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1d3f7584c04d7b" /><Relationship Type="http://schemas.openxmlformats.org/officeDocument/2006/relationships/extended-properties" Target="/docProps/app.xml" Id="Rcf914a807c034d54" /><Relationship Type="http://schemas.openxmlformats.org/officeDocument/2006/relationships/officeDocument" Target="/ppt/presentation.xml" Id="Ree499825a87e4d9e" /></Relationships>
</file>

<file path=ppt/presentation.xml><?xml version="1.0" encoding="utf-8"?>
<p:presentation xmlns:p="http://schemas.openxmlformats.org/presentationml/2006/main">
  <p:sldMasterIdLst>
    <p:sldMasterId xmlns:r="http://schemas.openxmlformats.org/officeDocument/2006/relationships" id="2147483648" r:id="R6cd2e46d16bd4af3"/>
  </p:sldMasterIdLst>
  <p:notesMasterIdLst>
    <p:notesMasterId xmlns:r="http://schemas.openxmlformats.org/officeDocument/2006/relationships" r:id="R01c4e19e621a4cbd"/>
  </p:notesMasterIdLst>
  <p:sldIdLst>
    <p:sldId xmlns:r="http://schemas.openxmlformats.org/officeDocument/2006/relationships" id="256" r:id="R6f89f90840d64b2a"/>
    <p:sldId xmlns:r="http://schemas.openxmlformats.org/officeDocument/2006/relationships" id="257" r:id="R2dc09f05d64b45fb"/>
    <p:sldId xmlns:r="http://schemas.openxmlformats.org/officeDocument/2006/relationships" id="258" r:id="R62f414efdbf2456c"/>
    <p:sldId xmlns:r="http://schemas.openxmlformats.org/officeDocument/2006/relationships" id="259" r:id="R24706d7e3e4d49ea"/>
    <p:sldId xmlns:r="http://schemas.openxmlformats.org/officeDocument/2006/relationships" id="260" r:id="Rec0b7dcfbf0e45c5"/>
    <p:sldId xmlns:r="http://schemas.openxmlformats.org/officeDocument/2006/relationships" id="261" r:id="R2a926b4cab014ac6"/>
    <p:sldId xmlns:r="http://schemas.openxmlformats.org/officeDocument/2006/relationships" id="262" r:id="R8ed79a2c68904699"/>
    <p:sldId xmlns:r="http://schemas.openxmlformats.org/officeDocument/2006/relationships" id="263" r:id="Ra77241619e8b49f9"/>
    <p:sldId xmlns:r="http://schemas.openxmlformats.org/officeDocument/2006/relationships" id="264" r:id="R59ac27cfe3d1409e"/>
    <p:sldId xmlns:r="http://schemas.openxmlformats.org/officeDocument/2006/relationships" id="265" r:id="Rf65e70c41b704e34"/>
    <p:sldId xmlns:r="http://schemas.openxmlformats.org/officeDocument/2006/relationships" id="266" r:id="Raab56bd3cf054545"/>
    <p:sldId xmlns:r="http://schemas.openxmlformats.org/officeDocument/2006/relationships" id="267" r:id="R1c652fa541c34018"/>
    <p:sldId xmlns:r="http://schemas.openxmlformats.org/officeDocument/2006/relationships" id="268" r:id="R47fe33dd218c47b4"/>
    <p:sldId xmlns:r="http://schemas.openxmlformats.org/officeDocument/2006/relationships" id="269" r:id="R71ec06a0b90b4d49"/>
    <p:sldId xmlns:r="http://schemas.openxmlformats.org/officeDocument/2006/relationships" id="270" r:id="Rcb1372ca43ad47ec"/>
    <p:sldId xmlns:r="http://schemas.openxmlformats.org/officeDocument/2006/relationships" id="271" r:id="Rac6a9d792ac5456c"/>
    <p:sldId xmlns:r="http://schemas.openxmlformats.org/officeDocument/2006/relationships" id="272" r:id="R8d65198b88774d1e"/>
    <p:sldId xmlns:r="http://schemas.openxmlformats.org/officeDocument/2006/relationships" id="273" r:id="R17621e8b18d84f51"/>
    <p:sldId xmlns:r="http://schemas.openxmlformats.org/officeDocument/2006/relationships" id="274" r:id="Ra52e360532ac4c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fb8010a3744d7c" /><Relationship Type="http://schemas.openxmlformats.org/officeDocument/2006/relationships/slideMaster" Target="/ppt/slideMasters/slideMaster1.xml" Id="R6cd2e46d16bd4af3" /><Relationship Type="http://schemas.openxmlformats.org/officeDocument/2006/relationships/notesMaster" Target="/ppt/notesMasters/notesMaster1.xml" Id="R01c4e19e621a4cbd" /><Relationship Type="http://schemas.openxmlformats.org/officeDocument/2006/relationships/presProps" Target="/ppt/presProps.xml" Id="R02357791df074b27" /><Relationship Type="http://schemas.openxmlformats.org/officeDocument/2006/relationships/tableStyles" Target="/ppt/tableStyles.xml" Id="R638dad9bc0144466" /><Relationship Type="http://schemas.openxmlformats.org/officeDocument/2006/relationships/slide" Target="/ppt/slides/slide1.xml" Id="R6f89f90840d64b2a" /><Relationship Type="http://schemas.openxmlformats.org/officeDocument/2006/relationships/slide" Target="/ppt/slides/slide2.xml" Id="R2dc09f05d64b45fb" /><Relationship Type="http://schemas.openxmlformats.org/officeDocument/2006/relationships/slide" Target="/ppt/slides/slide3.xml" Id="R62f414efdbf2456c" /><Relationship Type="http://schemas.openxmlformats.org/officeDocument/2006/relationships/slide" Target="/ppt/slides/slide4.xml" Id="R24706d7e3e4d49ea" /><Relationship Type="http://schemas.openxmlformats.org/officeDocument/2006/relationships/slide" Target="/ppt/slides/slide5.xml" Id="Rec0b7dcfbf0e45c5" /><Relationship Type="http://schemas.openxmlformats.org/officeDocument/2006/relationships/slide" Target="/ppt/slides/slide6.xml" Id="R2a926b4cab014ac6" /><Relationship Type="http://schemas.openxmlformats.org/officeDocument/2006/relationships/slide" Target="/ppt/slides/slide7.xml" Id="R8ed79a2c68904699" /><Relationship Type="http://schemas.openxmlformats.org/officeDocument/2006/relationships/slide" Target="/ppt/slides/slide8.xml" Id="Ra77241619e8b49f9" /><Relationship Type="http://schemas.openxmlformats.org/officeDocument/2006/relationships/slide" Target="/ppt/slides/slide9.xml" Id="R59ac27cfe3d1409e" /><Relationship Type="http://schemas.openxmlformats.org/officeDocument/2006/relationships/slide" Target="/ppt/slides/slide10.xml" Id="Rf65e70c41b704e34" /><Relationship Type="http://schemas.openxmlformats.org/officeDocument/2006/relationships/slide" Target="/ppt/slides/slide11.xml" Id="Raab56bd3cf054545" /><Relationship Type="http://schemas.openxmlformats.org/officeDocument/2006/relationships/slide" Target="/ppt/slides/slide12.xml" Id="R1c652fa541c34018" /><Relationship Type="http://schemas.openxmlformats.org/officeDocument/2006/relationships/slide" Target="/ppt/slides/slide13.xml" Id="R47fe33dd218c47b4" /><Relationship Type="http://schemas.openxmlformats.org/officeDocument/2006/relationships/slide" Target="/ppt/slides/slide14.xml" Id="R71ec06a0b90b4d49" /><Relationship Type="http://schemas.openxmlformats.org/officeDocument/2006/relationships/slide" Target="/ppt/slides/slide15.xml" Id="Rcb1372ca43ad47ec" /><Relationship Type="http://schemas.openxmlformats.org/officeDocument/2006/relationships/slide" Target="/ppt/slides/slide16.xml" Id="Rac6a9d792ac5456c" /><Relationship Type="http://schemas.openxmlformats.org/officeDocument/2006/relationships/slide" Target="/ppt/slides/slide17.xml" Id="R8d65198b88774d1e" /><Relationship Type="http://schemas.openxmlformats.org/officeDocument/2006/relationships/slide" Target="/ppt/slides/slide18.xml" Id="R17621e8b18d84f51" /><Relationship Type="http://schemas.openxmlformats.org/officeDocument/2006/relationships/slide" Target="/ppt/slides/slide19.xml" Id="Ra52e360532ac4c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ff562bbe634f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c2b0205f654c43" /><Relationship Type="http://schemas.openxmlformats.org/officeDocument/2006/relationships/notesMaster" Target="/ppt/notesMasters/notesMaster1.xml" Id="Rf846e61290424d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2ace073ff44acc" /><Relationship Type="http://schemas.openxmlformats.org/officeDocument/2006/relationships/notesMaster" Target="/ppt/notesMasters/notesMaster1.xml" Id="Re95525adc77143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1edb56f58e40fc" /><Relationship Type="http://schemas.openxmlformats.org/officeDocument/2006/relationships/notesMaster" Target="/ppt/notesMasters/notesMaster1.xml" Id="Rf07d823466ce4b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1cdc99a8644010" /><Relationship Type="http://schemas.openxmlformats.org/officeDocument/2006/relationships/notesMaster" Target="/ppt/notesMasters/notesMaster1.xml" Id="R798a3f3ec2ed46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6efc9d9e0c4bc4" /><Relationship Type="http://schemas.openxmlformats.org/officeDocument/2006/relationships/notesMaster" Target="/ppt/notesMasters/notesMaster1.xml" Id="R04ae0dd21bdc44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cfd836d80a4fab" /><Relationship Type="http://schemas.openxmlformats.org/officeDocument/2006/relationships/notesMaster" Target="/ppt/notesMasters/notesMaster1.xml" Id="R489cb9edbd844e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1ebec598a9424b" /><Relationship Type="http://schemas.openxmlformats.org/officeDocument/2006/relationships/notesMaster" Target="/ppt/notesMasters/notesMaster1.xml" Id="Re8abe541c47044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dcafd0ba9946c2" /><Relationship Type="http://schemas.openxmlformats.org/officeDocument/2006/relationships/notesMaster" Target="/ppt/notesMasters/notesMaster1.xml" Id="Rf986f7d822c9437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482897b9c44153" /><Relationship Type="http://schemas.openxmlformats.org/officeDocument/2006/relationships/notesMaster" Target="/ppt/notesMasters/notesMaster1.xml" Id="R9c11360031dd44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b5a78a83d941d1" /><Relationship Type="http://schemas.openxmlformats.org/officeDocument/2006/relationships/notesMaster" Target="/ppt/notesMasters/notesMaster1.xml" Id="Ra094199d980c45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5dbd579acf44b2" /><Relationship Type="http://schemas.openxmlformats.org/officeDocument/2006/relationships/notesMaster" Target="/ppt/notesMasters/notesMaster1.xml" Id="R331dea876aa34a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c66e826ac54fc0" /><Relationship Type="http://schemas.openxmlformats.org/officeDocument/2006/relationships/notesMaster" Target="/ppt/notesMasters/notesMaster1.xml" Id="Ra94e77004ab34d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3ff4572cc54811" /><Relationship Type="http://schemas.openxmlformats.org/officeDocument/2006/relationships/notesMaster" Target="/ppt/notesMasters/notesMaster1.xml" Id="Rfea1ff0dafef40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02f7c7b03f4c9e" /><Relationship Type="http://schemas.openxmlformats.org/officeDocument/2006/relationships/notesMaster" Target="/ppt/notesMasters/notesMaster1.xml" Id="R0f96bdd4b21547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673ee4bd1a4e31" /><Relationship Type="http://schemas.openxmlformats.org/officeDocument/2006/relationships/notesMaster" Target="/ppt/notesMasters/notesMaster1.xml" Id="R58917fa4f5be4a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5639bfdd8c1479a" /><Relationship Type="http://schemas.openxmlformats.org/officeDocument/2006/relationships/notesMaster" Target="/ppt/notesMasters/notesMaster1.xml" Id="R650bebee7fb346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bdbc55a9dfe494f" /><Relationship Type="http://schemas.openxmlformats.org/officeDocument/2006/relationships/notesMaster" Target="/ppt/notesMasters/notesMaster1.xml" Id="Rdabfb1ee3dbc4f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01239be949435d" /><Relationship Type="http://schemas.openxmlformats.org/officeDocument/2006/relationships/notesMaster" Target="/ppt/notesMasters/notesMaster1.xml" Id="Rf162779ed41849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907433dd0340fe" /><Relationship Type="http://schemas.openxmlformats.org/officeDocument/2006/relationships/notesMaster" Target="/ppt/notesMasters/notesMaster1.xml" Id="R80ed6714fb3d47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 focus: turning motion-planning capability into an integrated, reusable industrial robotics product.</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aircraft windows introduce the presentation chapters: my foundations, Airbus contributions, influence and networks, and the vision and roadmap.</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Bachelor’s completed in 2011, followed without a gap by two years as guest lecturer. Master’s followed; exact dates and degree details need confirmation. ADE duration one year; Danlaw ADAS 5.5 years; Airbus joined in 2022. Months are not supplied and are not inferred. The timeline is sequential, not proportional to duration.</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domains translate goals into feasible motion and use feedback. Robotics adds task-specific requirements such as tool orientation, surface coverage and contact. This describes transferable thinking, not a claim that the same planner suits every task.</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your precise ownership and evidence for each project verbally. REACT includes HPP constrained planning and supervision. These milestones describe capabilities, not a dated project-delivery sequence.</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simple groupings for a nontechnical audience. Real tasks can combine several motion needs. Planner selection must consider the robot, process, geometry and required accuracy.</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fields with verified titles, statuses and personal contributions before presenting. Patent and IDD counts/statuses are not supplied. The user confirmed a published white paper. Do not imply a patent grant without confirmation.</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IRT Jules Verne collaboration involves using their motion-generation approach; do not describe it as co-developing the common framework. Add a concrete example of a decision influenced or knowledge transferred when speaking.</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value measures, not demonstrated savings. Baselines and acceptance targets should be agreed with application owners.</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widening tiers show a foundation-to-autonomy progression. Offline and manual programming remain valuable and appropriate for many processes. Autonomy levels depend on application risk, variability and economics.</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manual, offline and NC programming encode valuable expertise. Preparation time can vary with experience and task familiarity. Bars are illustrative, have no hour scale, and must not be interpreted as measured performance or a quantified autonomy benefit. The aim is to make proven expertise reusable, freeing engineering capacity.</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phone analogy illustrates shared services with selectable applications. Robotics requires a portfolio of compatible planning methods with common data, interfaces, validation and execution. This is the proposed product direction, not a claim that every planner can be interchanged without integration.</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product-line approach uses a common foundation and managed task-specific variation. Include requirements, integration, test evidence, deployment, maintenance and feedback. Planning must work with sensing, control, supervision and equipment connectivity.</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simplified user journey for the proposed platform. Virtual checks complement physical trials and process acceptance; they do not remove the need for validation.</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Vision is a proposed direction. Key challenges are heterogeneous task constraints, integration across components, and robust behavior when conditions change. Initial use cases should establish the interfaces and evidence before scaling.</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schedule; depends on people, application priorities, robot access and integration capacity. Q1 establish data and interfaces. Q2 develop planning and validation. Q3 sequencing, smoothing and process trials. Q4 simulation-to-execution integration with RXU and pilot acceptance. Agree owners, baselines and acceptance criteria before committing dates.</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direction, not a funded commitment. Begin with bounded adaptation and reliable recovery. Later investigate learning methods for greater uncertainty, including flexible materials. Scale only after technical and manufacturing value are demonstrated.</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your career and present work to the proposed product direction. Avoid unverified savings or claims of funded roadmap commitments. Invite discussion on the first pilot and success criteria.</a:t>
            </a:r>
          </a:p>
          <a:p xmlns:a="http://schemas.openxmlformats.org/drawingml/2006/main">
            <a:r>
              <a:t>Visuals reused from the previous deck are illustrative AI-generated scenes, not records of Airbus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95a2704dff456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6fe911189248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2a696c884f4b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f61455d2524a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2355f8b2f445c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dd6be881424f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2199E8-723F-45FB-B0B5-617A5E4B68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2094D4-EE7C-4DE0-AEBE-4E1E3F52D84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502B44-7A64-4687-8FC2-6AD0D62F89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1F9523-43D6-40B6-AAFB-A1FEB48C58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9650C4-3606-48ED-A433-4CCFD059D2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8C6BBAF-8A12-40CE-A6C1-0902AC7D01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997A8D-98EA-41E4-8EDB-0ED17A1380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6E8562-0166-45F2-A4F5-5D26776C81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6E8775-9AB7-496D-9822-446873A48A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CD664D-0847-44AD-A24B-B5C738869A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0f32cc1ed74aa7" /><Relationship Type="http://schemas.openxmlformats.org/officeDocument/2006/relationships/slideLayout" Target="/ppt/slideLayouts/slideLayout1.xml" Id="Ra68bee9543b64ee8" /><Relationship Type="http://schemas.openxmlformats.org/officeDocument/2006/relationships/slideLayout" Target="/ppt/slideLayouts/slideLayout2.xml" Id="Rc0e1d528e4984cc2" /><Relationship Type="http://schemas.openxmlformats.org/officeDocument/2006/relationships/slideLayout" Target="/ppt/slideLayouts/slideLayout3.xml" Id="R3500387d1d7448cf" /><Relationship Type="http://schemas.openxmlformats.org/officeDocument/2006/relationships/slideLayout" Target="/ppt/slideLayouts/slideLayout4.xml" Id="R431b279109054067" /><Relationship Type="http://schemas.openxmlformats.org/officeDocument/2006/relationships/slideLayout" Target="/ppt/slideLayouts/slideLayout5.xml" Id="R4a082914f4b94919" /><Relationship Type="http://schemas.openxmlformats.org/officeDocument/2006/relationships/slideLayout" Target="/ppt/slideLayouts/slideLayout6.xml" Id="R1b5befe9f72c4e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68bee9543b64ee8"/>
    <p:sldLayoutId xmlns:r="http://schemas.openxmlformats.org/officeDocument/2006/relationships" id="2147483650" r:id="Rc0e1d528e4984cc2"/>
    <p:sldLayoutId xmlns:r="http://schemas.openxmlformats.org/officeDocument/2006/relationships" id="2147483651" r:id="R3500387d1d7448cf"/>
    <p:sldLayoutId xmlns:r="http://schemas.openxmlformats.org/officeDocument/2006/relationships" id="2147483652" r:id="R431b279109054067"/>
    <p:sldLayoutId xmlns:r="http://schemas.openxmlformats.org/officeDocument/2006/relationships" id="2147483653" r:id="R4a082914f4b94919"/>
    <p:sldLayoutId xmlns:r="http://schemas.openxmlformats.org/officeDocument/2006/relationships" id="2147483654" r:id="R1b5befe9f72c4e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bbfc68f5004878" /><Relationship Type="http://schemas.openxmlformats.org/officeDocument/2006/relationships/image" Target="/ppt/media/image.png" Id="R9417b66540b64a70" /><Relationship Type="http://schemas.openxmlformats.org/officeDocument/2006/relationships/image" Target="/ppt/media/image.jpeg" Id="Ra324ea13d0e54eb5" /><Relationship Type="http://schemas.openxmlformats.org/officeDocument/2006/relationships/notesSlide" Target="/ppt/notesSlides/notesSlide1.xml" Id="R0bcfda5c0cae4d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d50560af4204a2a" /><Relationship Type="http://schemas.openxmlformats.org/officeDocument/2006/relationships/image" Target="/ppt/media/image2.png" Id="Radb19cfd26594630" /><Relationship Type="http://schemas.openxmlformats.org/officeDocument/2006/relationships/image" Target="/ppt/media/image3.png" Id="R80b4382bca6343ad" /><Relationship Type="http://schemas.openxmlformats.org/officeDocument/2006/relationships/notesSlide" Target="/ppt/notesSlides/notesSlide2.xml" Id="R5c3268173e2a41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118f1f33eb94d2f" /><Relationship Type="http://schemas.openxmlformats.org/officeDocument/2006/relationships/image" Target="/ppt/media/image4.png" Id="R97adf34a439f48c6" /><Relationship Type="http://schemas.openxmlformats.org/officeDocument/2006/relationships/image" Target="/ppt/media/image2.jpeg" Id="R20eaec23839049ef" /><Relationship Type="http://schemas.openxmlformats.org/officeDocument/2006/relationships/image" Target="/ppt/media/image3.jpeg" Id="R92cfbfa2165c4c70" /><Relationship Type="http://schemas.openxmlformats.org/officeDocument/2006/relationships/image" Target="/ppt/media/image4.jpeg" Id="R49e830f9e7064df0" /><Relationship Type="http://schemas.openxmlformats.org/officeDocument/2006/relationships/notesSlide" Target="/ppt/notesSlides/notesSlide3.xml" Id="Rc2ea07f1852841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95c1dce1d043e3" /><Relationship Type="http://schemas.openxmlformats.org/officeDocument/2006/relationships/image" Target="/ppt/media/image5.png" Id="Rabd831cc70e04c41" /><Relationship Type="http://schemas.openxmlformats.org/officeDocument/2006/relationships/image" Target="/ppt/media/image5.jpeg" Id="R06c0edb4e618427f" /><Relationship Type="http://schemas.openxmlformats.org/officeDocument/2006/relationships/image" Target="/ppt/media/image6.jpeg" Id="Rc825919412404a8f" /><Relationship Type="http://schemas.openxmlformats.org/officeDocument/2006/relationships/notesSlide" Target="/ppt/notesSlides/notesSlide4.xml" Id="R905c2886e5ed4f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14f21be7b447cc" /><Relationship Type="http://schemas.openxmlformats.org/officeDocument/2006/relationships/image" Target="/ppt/media/image6.png" Id="R8233e0fddffb4ba6" /><Relationship Type="http://schemas.openxmlformats.org/officeDocument/2006/relationships/image" Target="/ppt/media/image7.jpeg" Id="R14508155d1164396" /><Relationship Type="http://schemas.openxmlformats.org/officeDocument/2006/relationships/image" Target="/ppt/media/image8.jpeg" Id="Rf7ba9808e0fa4d8d" /><Relationship Type="http://schemas.openxmlformats.org/officeDocument/2006/relationships/image" Target="/ppt/media/image9.jpeg" Id="R38a74fd516e144ef" /><Relationship Type="http://schemas.openxmlformats.org/officeDocument/2006/relationships/notesSlide" Target="/ppt/notesSlides/notesSlide5.xml" Id="R13dfe58bf3174c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a3b8733c6d4246" /><Relationship Type="http://schemas.openxmlformats.org/officeDocument/2006/relationships/image" Target="/ppt/media/image7.png" Id="R684a21f07d424097" /><Relationship Type="http://schemas.openxmlformats.org/officeDocument/2006/relationships/image" Target="/ppt/media/image10.jpeg" Id="R35f39e14429b4e95" /><Relationship Type="http://schemas.openxmlformats.org/officeDocument/2006/relationships/image" Target="/ppt/media/image11.jpeg" Id="R7d2c8865b7024366" /><Relationship Type="http://schemas.openxmlformats.org/officeDocument/2006/relationships/image" Target="/ppt/media/image12.jpeg" Id="Rbd6d83aa57fd436b" /><Relationship Type="http://schemas.openxmlformats.org/officeDocument/2006/relationships/notesSlide" Target="/ppt/notesSlides/notesSlide6.xml" Id="Rba127f2a40644a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63a1131f364e23" /><Relationship Type="http://schemas.openxmlformats.org/officeDocument/2006/relationships/image" Target="/ppt/media/image8.png" Id="R840cebcd293d4e8c" /><Relationship Type="http://schemas.openxmlformats.org/officeDocument/2006/relationships/image" Target="/ppt/media/image13.jpeg" Id="R7b37ffba74e14f00" /><Relationship Type="http://schemas.openxmlformats.org/officeDocument/2006/relationships/image" Target="/ppt/media/image14.jpeg" Id="Rd91dac0404074d76" /><Relationship Type="http://schemas.openxmlformats.org/officeDocument/2006/relationships/image" Target="/ppt/media/image15.jpeg" Id="R394dc6c533e745e3" /><Relationship Type="http://schemas.openxmlformats.org/officeDocument/2006/relationships/notesSlide" Target="/ppt/notesSlides/notesSlide7.xml" Id="R022cd38f3a7641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1138eeb8454caf" /><Relationship Type="http://schemas.openxmlformats.org/officeDocument/2006/relationships/image" Target="/ppt/media/image9.png" Id="R8752ec3f36384c66" /><Relationship Type="http://schemas.openxmlformats.org/officeDocument/2006/relationships/notesSlide" Target="/ppt/notesSlides/notesSlide8.xml" Id="Rc196842922f841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5572720d0b84ae0" /><Relationship Type="http://schemas.openxmlformats.org/officeDocument/2006/relationships/image" Target="/ppt/media/image10.png" Id="R7a8c2ce84d274455" /><Relationship Type="http://schemas.openxmlformats.org/officeDocument/2006/relationships/image" Target="/ppt/media/image16.jpeg" Id="R4da27f7c79634739" /><Relationship Type="http://schemas.openxmlformats.org/officeDocument/2006/relationships/image" Target="/ppt/media/image17.jpeg" Id="R1a4d5e8b635641de" /><Relationship Type="http://schemas.openxmlformats.org/officeDocument/2006/relationships/image" Target="/ppt/media/image18.jpeg" Id="Rbfbbff85665a4d66" /><Relationship Type="http://schemas.openxmlformats.org/officeDocument/2006/relationships/notesSlide" Target="/ppt/notesSlides/notesSlide9.xml" Id="Rf70cbfe896c544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9a0f4316304e3e" /><Relationship Type="http://schemas.openxmlformats.org/officeDocument/2006/relationships/image" Target="/ppt/media/image11.png" Id="Raafc66a95bc5497e" /><Relationship Type="http://schemas.openxmlformats.org/officeDocument/2006/relationships/image" Target="/ppt/media/image19.jpeg" Id="R4e7a1c623ef34b52" /><Relationship Type="http://schemas.openxmlformats.org/officeDocument/2006/relationships/image" Target="/ppt/media/image20.jpeg" Id="R8634fa2504db4f83" /><Relationship Type="http://schemas.openxmlformats.org/officeDocument/2006/relationships/image" Target="/ppt/media/image21.jpeg" Id="R5602518ee83d44bb" /><Relationship Type="http://schemas.openxmlformats.org/officeDocument/2006/relationships/notesSlide" Target="/ppt/notesSlides/notesSlide10.xml" Id="R70044ebbd3ec4d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bca48d87b4c4e13" /><Relationship Type="http://schemas.openxmlformats.org/officeDocument/2006/relationships/image" Target="/ppt/media/image12.png" Id="Rd05354256b814bf0" /><Relationship Type="http://schemas.openxmlformats.org/officeDocument/2006/relationships/notesSlide" Target="/ppt/notesSlides/notesSlide11.xml" Id="R7ae6afdb978442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774c31487e4ab2" /><Relationship Type="http://schemas.openxmlformats.org/officeDocument/2006/relationships/image" Target="/ppt/media/image13.png" Id="Rd9c75aadf519401f" /><Relationship Type="http://schemas.openxmlformats.org/officeDocument/2006/relationships/notesSlide" Target="/ppt/notesSlides/notesSlide12.xml" Id="Rf67cd90e449d41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ddde84f7cd746d5" /><Relationship Type="http://schemas.openxmlformats.org/officeDocument/2006/relationships/image" Target="/ppt/media/image14.png" Id="R7d63075ee2a94dd6" /><Relationship Type="http://schemas.openxmlformats.org/officeDocument/2006/relationships/image" Target="/ppt/media/image22.jpeg" Id="R3b90e448a5794abe" /><Relationship Type="http://schemas.openxmlformats.org/officeDocument/2006/relationships/image" Target="/ppt/media/image23.jpeg" Id="R919fcf696bad47e3" /><Relationship Type="http://schemas.openxmlformats.org/officeDocument/2006/relationships/image" Target="/ppt/media/image24.jpeg" Id="R8c25bb99c7104484" /><Relationship Type="http://schemas.openxmlformats.org/officeDocument/2006/relationships/image" Target="/ppt/media/image25.jpeg" Id="R2ba02474444b4521" /><Relationship Type="http://schemas.openxmlformats.org/officeDocument/2006/relationships/image" Target="/ppt/media/image26.jpeg" Id="R68df200541f74b57" /><Relationship Type="http://schemas.openxmlformats.org/officeDocument/2006/relationships/image" Target="/ppt/media/image27.jpeg" Id="R21a4c51820784a3e" /><Relationship Type="http://schemas.openxmlformats.org/officeDocument/2006/relationships/image" Target="/ppt/media/image28.jpeg" Id="R53486e82a5f14bf4" /><Relationship Type="http://schemas.openxmlformats.org/officeDocument/2006/relationships/image" Target="/ppt/media/image29.jpeg" Id="R7f3ad02f24904bb4" /><Relationship Type="http://schemas.openxmlformats.org/officeDocument/2006/relationships/image" Target="/ppt/media/image30.jpeg" Id="R50180f08761a4f21" /><Relationship Type="http://schemas.openxmlformats.org/officeDocument/2006/relationships/notesSlide" Target="/ppt/notesSlides/notesSlide13.xml" Id="R255421fe14a141e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d10900a3a14363" /><Relationship Type="http://schemas.openxmlformats.org/officeDocument/2006/relationships/image" Target="/ppt/media/image15.png" Id="R4012b9209c724896" /><Relationship Type="http://schemas.openxmlformats.org/officeDocument/2006/relationships/notesSlide" Target="/ppt/notesSlides/notesSlide14.xml" Id="R5284557f63ee4e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ff3e53c450c496f" /><Relationship Type="http://schemas.openxmlformats.org/officeDocument/2006/relationships/image" Target="/ppt/media/image16.png" Id="R5eb2fdf182eb4b62" /><Relationship Type="http://schemas.openxmlformats.org/officeDocument/2006/relationships/image" Target="/ppt/media/image31.jpeg" Id="R9755a3e9f7bc4cf3" /><Relationship Type="http://schemas.openxmlformats.org/officeDocument/2006/relationships/image" Target="/ppt/media/image32.jpeg" Id="R91a2bd89bf6b4594" /><Relationship Type="http://schemas.openxmlformats.org/officeDocument/2006/relationships/image" Target="/ppt/media/image33.jpeg" Id="R1f9eab79026640e9" /><Relationship Type="http://schemas.openxmlformats.org/officeDocument/2006/relationships/image" Target="/ppt/media/image34.jpeg" Id="R2d44a51d63cd483f" /><Relationship Type="http://schemas.openxmlformats.org/officeDocument/2006/relationships/notesSlide" Target="/ppt/notesSlides/notesSlide15.xml" Id="R99c029397ba04c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1a99cf990349ee" /><Relationship Type="http://schemas.openxmlformats.org/officeDocument/2006/relationships/image" Target="/ppt/media/image17.png" Id="Re1fd7de2d6c24daa" /><Relationship Type="http://schemas.openxmlformats.org/officeDocument/2006/relationships/image" Target="/ppt/media/image35.jpeg" Id="R4c3be5abcfcf4d5b" /><Relationship Type="http://schemas.openxmlformats.org/officeDocument/2006/relationships/image" Target="/ppt/media/image36.jpeg" Id="R163a5474c1df4027" /><Relationship Type="http://schemas.openxmlformats.org/officeDocument/2006/relationships/image" Target="/ppt/media/image37.jpeg" Id="R8a30439a8f6043a7" /><Relationship Type="http://schemas.openxmlformats.org/officeDocument/2006/relationships/notesSlide" Target="/ppt/notesSlides/notesSlide16.xml" Id="Rf8332977550545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839e34afca94a01" /><Relationship Type="http://schemas.openxmlformats.org/officeDocument/2006/relationships/image" Target="/ppt/media/image18.png" Id="R2f2cc90f471644e6" /><Relationship Type="http://schemas.openxmlformats.org/officeDocument/2006/relationships/notesSlide" Target="/ppt/notesSlides/notesSlide17.xml" Id="R8fde745514634a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f6a6b1582a74f68" /><Relationship Type="http://schemas.openxmlformats.org/officeDocument/2006/relationships/image" Target="/ppt/media/image19.png" Id="R108fe9a6e9e24b00" /><Relationship Type="http://schemas.openxmlformats.org/officeDocument/2006/relationships/image" Target="/ppt/media/image38.jpeg" Id="R881b829a9b0349e4" /><Relationship Type="http://schemas.openxmlformats.org/officeDocument/2006/relationships/image" Target="/ppt/media/image39.jpeg" Id="R51d4b9f11f774c64" /><Relationship Type="http://schemas.openxmlformats.org/officeDocument/2006/relationships/notesSlide" Target="/ppt/notesSlides/notesSlide18.xml" Id="Rf8fab08798bd45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876748cb2744298" /><Relationship Type="http://schemas.openxmlformats.org/officeDocument/2006/relationships/image" Target="/ppt/media/image20.png" Id="R42a2e56d90d84ed7" /><Relationship Type="http://schemas.openxmlformats.org/officeDocument/2006/relationships/notesSlide" Target="/ppt/notesSlides/notesSlide19.xml" Id="R7b9a34fb25514cc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8F8CBCE-5230-4634-B7D9-CE08F906B660}"/>
              </a:ext>
            </a:extLst>
          </p:cNvPr>
          <p:cNvPicPr>
            <a:picLocks xmlns:a="http://schemas.openxmlformats.org/drawingml/2006/main" noChangeAspect="1"/>
          </p:cNvPicPr>
          <p:nvPr/>
        </p:nvPicPr>
        <p:blipFill>
          <a:blip xmlns:r="http://schemas.openxmlformats.org/officeDocument/2006/relationships" xmlns:a="http://schemas.openxmlformats.org/drawingml/2006/main" r:embed="R9417b66540b64a70"/>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B259109-B47D-4B9A-B9E4-CFED7A05C181}"/>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33463AFD-27AE-4E3E-8E80-BFE5E089CC1A}"/>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2CF0E480-8AFD-4509-829D-4AADBD20D564}"/>
              </a:ext>
            </a:extLst>
          </p:cNvPr>
          <p:cNvSpPr>
            <a:spLocks xmlns:a="http://schemas.openxmlformats.org/drawingml/2006/main" noGrp="1"/>
          </p:cNvSpPr>
          <p:nvPr/>
        </p:nvSpPr>
        <p:spPr>
          <a:xfrm xmlns:a="http://schemas.openxmlformats.org/drawingml/2006/main">
            <a:off x="609600" y="1600200"/>
            <a:ext cx="5572125"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350" b="1">
                <a:solidFill>
                  <a:srgbClr val="263B48"/>
                </a:solidFill>
                <a:latin typeface="DejaVu Sans"/>
                <a:ea typeface="DejaVu Sans"/>
                <a:cs typeface="DejaVu Sans"/>
              </a:defRPr>
            </a:defPPr>
          </a:lstStyle>
          <a:p xmlns:a="http://schemas.openxmlformats.org/drawingml/2006/main">
            <a:pPr>
              <a:defRPr sz="4350" b="1">
                <a:solidFill>
                  <a:srgbClr val="263B48"/>
                </a:solidFill>
                <a:latin typeface="DejaVu Sans"/>
                <a:ea typeface="DejaVu Sans"/>
                <a:cs typeface="DejaVu Sans"/>
              </a:defRPr>
            </a:pPr>
            <a:r>
              <a:rPr sz="4350" b="1">
                <a:solidFill>
                  <a:srgbClr val="263B48"/>
                </a:solidFill>
                <a:latin typeface="DejaVu Sans"/>
                <a:ea typeface="DejaVu Sans"/>
                <a:cs typeface="DejaVu Sans"/>
              </a:rPr>
              <a:t>Autonomy</a:t>
            </a:r>
          </a:p>
          <a:p xmlns:a="http://schemas.openxmlformats.org/drawingml/2006/main">
            <a:pPr>
              <a:defRPr sz="4350" b="1">
                <a:solidFill>
                  <a:srgbClr val="263B48"/>
                </a:solidFill>
                <a:latin typeface="DejaVu Sans"/>
                <a:ea typeface="DejaVu Sans"/>
                <a:cs typeface="DejaVu Sans"/>
              </a:defRPr>
            </a:pPr>
            <a:r>
              <a:rPr sz="4350" b="1">
                <a:solidFill>
                  <a:srgbClr val="263B48"/>
                </a:solidFill>
                <a:latin typeface="DejaVu Sans"/>
                <a:ea typeface="DejaVu Sans"/>
                <a:cs typeface="DejaVu Sans"/>
              </a:rPr>
              <a:t>in Motion</a:t>
            </a:r>
          </a:p>
        </p:txBody>
      </p:sp>
      <p:sp>
        <p:nvSpPr>
          <p:cNvPr id="5" name="">
            <a:extLst xmlns:a="http://schemas.openxmlformats.org/drawingml/2006/main">
              <a:ext uri="{FF2B5EF4-FFF2-40B4-BE49-F238E27FC236}">
                <a16:creationId xmlns:a16="http://schemas.microsoft.com/office/drawing/2014/main" id="{70EA4F45-639E-4F27-906C-443E7E4DFB3D}"/>
              </a:ext>
            </a:extLst>
          </p:cNvPr>
          <p:cNvSpPr>
            <a:spLocks xmlns:a="http://schemas.openxmlformats.org/drawingml/2006/main" noGrp="1"/>
          </p:cNvSpPr>
          <p:nvPr/>
        </p:nvSpPr>
        <p:spPr>
          <a:xfrm xmlns:a="http://schemas.openxmlformats.org/drawingml/2006/main">
            <a:off x="609600" y="3514725"/>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667782"/>
                </a:solidFill>
                <a:latin typeface="DejaVu Sans"/>
                <a:ea typeface="DejaVu Sans"/>
                <a:cs typeface="DejaVu Sans"/>
              </a:defRPr>
            </a:defPPr>
          </a:lstStyle>
          <a:p xmlns:a="http://schemas.openxmlformats.org/drawingml/2006/main">
            <a:pPr>
              <a:defRPr sz="2025" b="0">
                <a:solidFill>
                  <a:srgbClr val="667782"/>
                </a:solidFill>
                <a:latin typeface="DejaVu Sans"/>
                <a:ea typeface="DejaVu Sans"/>
                <a:cs typeface="DejaVu Sans"/>
              </a:defRPr>
            </a:pPr>
            <a:r>
              <a:rPr sz="2025" b="0">
                <a:solidFill>
                  <a:srgbClr val="667782"/>
                </a:solidFill>
                <a:latin typeface="DejaVu Sans"/>
                <a:ea typeface="DejaVu Sans"/>
                <a:cs typeface="DejaVu Sans"/>
              </a:rPr>
              <a:t>Motion planning &amp; execution</a:t>
            </a:r>
          </a:p>
          <a:p xmlns:a="http://schemas.openxmlformats.org/drawingml/2006/main">
            <a:pPr>
              <a:defRPr sz="2025" b="0">
                <a:solidFill>
                  <a:srgbClr val="667782"/>
                </a:solidFill>
                <a:latin typeface="DejaVu Sans"/>
                <a:ea typeface="DejaVu Sans"/>
                <a:cs typeface="DejaVu Sans"/>
              </a:defRPr>
            </a:pPr>
            <a:r>
              <a:rPr sz="2025" b="0">
                <a:solidFill>
                  <a:srgbClr val="667782"/>
                </a:solidFill>
                <a:latin typeface="DejaVu Sans"/>
                <a:ea typeface="DejaVu Sans"/>
                <a:cs typeface="DejaVu Sans"/>
              </a:rPr>
              <a:t>for aircraft manufacturing</a:t>
            </a:r>
          </a:p>
        </p:txBody>
      </p:sp>
      <p:sp>
        <p:nvSpPr>
          <p:cNvPr id="6" name="">
            <a:extLst xmlns:a="http://schemas.openxmlformats.org/drawingml/2006/main">
              <a:ext uri="{FF2B5EF4-FFF2-40B4-BE49-F238E27FC236}">
                <a16:creationId xmlns:a16="http://schemas.microsoft.com/office/drawing/2014/main" id="{CCEC0407-313E-423D-AA77-CEEE3D173249}"/>
              </a:ext>
            </a:extLst>
          </p:cNvPr>
          <p:cNvSpPr>
            <a:spLocks xmlns:a="http://schemas.openxmlformats.org/drawingml/2006/main" noGrp="1"/>
          </p:cNvSpPr>
          <p:nvPr/>
        </p:nvSpPr>
        <p:spPr>
          <a:xfrm xmlns:a="http://schemas.openxmlformats.org/drawingml/2006/main">
            <a:off x="609600" y="526732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98F91"/>
                </a:solidFill>
                <a:latin typeface="DejaVu Sans"/>
                <a:ea typeface="DejaVu Sans"/>
                <a:cs typeface="DejaVu Sans"/>
              </a:defRPr>
            </a:defPPr>
          </a:lstStyle>
          <a:p xmlns:a="http://schemas.openxmlformats.org/drawingml/2006/main">
            <a:pPr>
              <a:defRPr sz="2100" b="1">
                <a:solidFill>
                  <a:srgbClr val="398F91"/>
                </a:solidFill>
                <a:latin typeface="DejaVu Sans"/>
                <a:ea typeface="DejaVu Sans"/>
                <a:cs typeface="DejaVu Sans"/>
              </a:defRPr>
            </a:pPr>
            <a:r>
              <a:rPr sz="2100" b="1">
                <a:solidFill>
                  <a:srgbClr val="398F91"/>
                </a:solidFill>
                <a:latin typeface="DejaVu Sans"/>
                <a:ea typeface="DejaVu Sans"/>
                <a:cs typeface="DejaVu Sans"/>
              </a:rPr>
              <a:t>Rasitha R.</a:t>
            </a:r>
          </a:p>
        </p:txBody>
      </p:sp>
      <p:sp>
        <p:nvSpPr>
          <p:cNvPr id="7" name="">
            <a:extLst xmlns:a="http://schemas.openxmlformats.org/drawingml/2006/main">
              <a:ext uri="{FF2B5EF4-FFF2-40B4-BE49-F238E27FC236}">
                <a16:creationId xmlns:a16="http://schemas.microsoft.com/office/drawing/2014/main" id="{3CF4D48A-0FAB-4D0F-B126-EA978701B6B2}"/>
              </a:ext>
            </a:extLst>
          </p:cNvPr>
          <p:cNvSpPr>
            <a:spLocks xmlns:a="http://schemas.openxmlformats.org/drawingml/2006/main" noGrp="1"/>
          </p:cNvSpPr>
          <p:nvPr/>
        </p:nvSpPr>
        <p:spPr>
          <a:xfrm xmlns:a="http://schemas.openxmlformats.org/drawingml/2006/main">
            <a:off x="609600" y="57340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667782"/>
                </a:solidFill>
                <a:latin typeface="DejaVu Sans"/>
                <a:ea typeface="DejaVu Sans"/>
                <a:cs typeface="DejaVu Sans"/>
              </a:defRPr>
            </a:defPPr>
          </a:lstStyle>
          <a:p xmlns:a="http://schemas.openxmlformats.org/drawingml/2006/main">
            <a:pPr>
              <a:defRPr sz="1575" b="0">
                <a:solidFill>
                  <a:srgbClr val="667782"/>
                </a:solidFill>
                <a:latin typeface="DejaVu Sans"/>
                <a:ea typeface="DejaVu Sans"/>
                <a:cs typeface="DejaVu Sans"/>
              </a:defRPr>
            </a:pPr>
            <a:r>
              <a:rPr sz="1575" b="0">
                <a:solidFill>
                  <a:srgbClr val="667782"/>
                </a:solidFill>
                <a:latin typeface="DejaVu Sans"/>
                <a:ea typeface="DejaVu Sans"/>
                <a:cs typeface="DejaVu Sans"/>
              </a:rPr>
              <a:t>Technical Specialist Interview</a:t>
            </a:r>
          </a:p>
        </p:txBody>
      </p:sp>
      <p:pic>
        <p:nvPicPr>
          <p:cNvPr id="8" name="">
            <a:extLst xmlns:a="http://schemas.openxmlformats.org/drawingml/2006/main">
              <a:ext uri="{FF2B5EF4-FFF2-40B4-BE49-F238E27FC236}">
                <a16:creationId xmlns:a16="http://schemas.microsoft.com/office/drawing/2014/main" id="{2E113C2E-EB43-40E5-B283-333A8F3091D1}"/>
              </a:ext>
            </a:extLst>
          </p:cNvPr>
          <p:cNvPicPr>
            <a:picLocks xmlns:a="http://schemas.openxmlformats.org/drawingml/2006/main" noChangeAspect="1"/>
          </p:cNvPicPr>
          <p:nvPr/>
        </p:nvPicPr>
        <p:blipFill>
          <a:blip xmlns:r="http://schemas.openxmlformats.org/officeDocument/2006/relationships" xmlns:a="http://schemas.openxmlformats.org/drawingml/2006/main" r:embed="Ra324ea13d0e54eb5"/>
          <a:srcRect xmlns:a="http://schemas.openxmlformats.org/drawingml/2006/main" l="0" t="7243" r="0" b="7243"/>
          <a:stretch xmlns:a="http://schemas.openxmlformats.org/drawingml/2006/main">
            <a:fillRect l="0" t="0" r="0" b="0"/>
          </a:stretch>
        </p:blipFill>
        <p:spPr>
          <a:xfrm xmlns:a="http://schemas.openxmlformats.org/drawingml/2006/main">
            <a:off x="6858000" y="885825"/>
            <a:ext cx="4724400" cy="5048250"/>
          </a:xfrm>
          <a:prstGeom xmlns:a="http://schemas.openxmlformats.org/drawingml/2006/main" prst="rect">
            <a:avLst/>
          </a:prstGeom>
        </p:spPr>
      </p:pic>
    </p:spTree>
    <p:extLst>
      <p:ext uri="{BB962C8B-B14F-4D97-AF65-F5344CB8AC3E}">
        <p14:creationId xmlns:p14="http://schemas.microsoft.com/office/powerpoint/2010/main" val="18242650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9D86037-E203-4F9C-8CED-9CED77AD62BD}"/>
              </a:ext>
            </a:extLst>
          </p:cNvPr>
          <p:cNvPicPr>
            <a:picLocks xmlns:a="http://schemas.openxmlformats.org/drawingml/2006/main" noChangeAspect="1"/>
          </p:cNvPicPr>
          <p:nvPr/>
        </p:nvPicPr>
        <p:blipFill>
          <a:blip xmlns:r="http://schemas.openxmlformats.org/officeDocument/2006/relationships" xmlns:a="http://schemas.openxmlformats.org/drawingml/2006/main" r:embed="Radb19cfd26594630"/>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8A99A6-88D7-45D7-83EE-4180CE17AD13}"/>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A window into my journey</a:t>
            </a:r>
          </a:p>
        </p:txBody>
      </p:sp>
      <p:sp>
        <p:nvSpPr>
          <p:cNvPr id="3" name="">
            <a:extLst xmlns:a="http://schemas.openxmlformats.org/drawingml/2006/main">
              <a:ext uri="{FF2B5EF4-FFF2-40B4-BE49-F238E27FC236}">
                <a16:creationId xmlns:a16="http://schemas.microsoft.com/office/drawing/2014/main" id="{6E56577E-850C-4674-BF3B-AC5E0AE2D102}"/>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02</a:t>
            </a:r>
          </a:p>
        </p:txBody>
      </p:sp>
      <p:pic>
        <p:nvPicPr>
          <p:cNvPr id="4" name="">
            <a:extLst xmlns:a="http://schemas.openxmlformats.org/drawingml/2006/main">
              <a:ext uri="{FF2B5EF4-FFF2-40B4-BE49-F238E27FC236}">
                <a16:creationId xmlns:a16="http://schemas.microsoft.com/office/drawing/2014/main" id="{0EE43EBD-E596-43D5-BABB-4C5C812EE354}"/>
              </a:ext>
            </a:extLst>
          </p:cNvPr>
          <p:cNvPicPr>
            <a:picLocks xmlns:a="http://schemas.openxmlformats.org/drawingml/2006/main" noChangeAspect="1"/>
          </p:cNvPicPr>
          <p:nvPr/>
        </p:nvPicPr>
        <p:blipFill>
          <a:blip xmlns:r="http://schemas.openxmlformats.org/officeDocument/2006/relationships" xmlns:a="http://schemas.openxmlformats.org/drawingml/2006/main" r:embed="R80b4382bca6343ad"/>
          <a:srcRect xmlns:a="http://schemas.openxmlformats.org/drawingml/2006/main" l="0" t="16516" r="0" b="16516"/>
          <a:stretch xmlns:a="http://schemas.openxmlformats.org/drawingml/2006/main">
            <a:fillRect l="0" t="0" r="0" b="0"/>
          </a:stretch>
        </p:blipFill>
        <p:spPr>
          <a:xfrm xmlns:a="http://schemas.openxmlformats.org/drawingml/2006/main">
            <a:off x="1066800" y="1562100"/>
            <a:ext cx="10058400" cy="3790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249051-110B-4A9D-A79E-813DCA27E3BF}"/>
              </a:ext>
            </a:extLst>
          </p:cNvPr>
          <p:cNvSpPr>
            <a:spLocks xmlns:a="http://schemas.openxmlformats.org/drawingml/2006/main" noGrp="1"/>
          </p:cNvSpPr>
          <p:nvPr/>
        </p:nvSpPr>
        <p:spPr>
          <a:xfrm xmlns:a="http://schemas.openxmlformats.org/drawingml/2006/main">
            <a:off x="1190625" y="54673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98F91"/>
                </a:solidFill>
                <a:latin typeface="DejaVu Sans"/>
                <a:ea typeface="DejaVu Sans"/>
                <a:cs typeface="DejaVu Sans"/>
              </a:defRPr>
            </a:defPPr>
          </a:lstStyle>
          <a:p xmlns:a="http://schemas.openxmlformats.org/drawingml/2006/main">
            <a:pPr>
              <a:defRPr sz="1500" b="1">
                <a:solidFill>
                  <a:srgbClr val="398F91"/>
                </a:solidFill>
                <a:latin typeface="DejaVu Sans"/>
                <a:ea typeface="DejaVu Sans"/>
                <a:cs typeface="DejaVu Sans"/>
              </a:defRPr>
            </a:pPr>
            <a:r>
              <a:rPr sz="1500" b="1">
                <a:solidFill>
                  <a:srgbClr val="398F91"/>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4A04A3A0-9589-4B25-AA87-D2203FFCF979}"/>
              </a:ext>
            </a:extLst>
          </p:cNvPr>
          <p:cNvSpPr>
            <a:spLocks xmlns:a="http://schemas.openxmlformats.org/drawingml/2006/main" noGrp="1"/>
          </p:cNvSpPr>
          <p:nvPr/>
        </p:nvSpPr>
        <p:spPr>
          <a:xfrm xmlns:a="http://schemas.openxmlformats.org/drawingml/2006/main">
            <a:off x="1190625" y="58674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63B48"/>
                </a:solidFill>
                <a:latin typeface="DejaVu Sans"/>
                <a:ea typeface="DejaVu Sans"/>
                <a:cs typeface="DejaVu Sans"/>
              </a:defRPr>
            </a:defPPr>
          </a:lstStyle>
          <a:p xmlns:a="http://schemas.openxmlformats.org/drawingml/2006/main">
            <a:pPr>
              <a:defRPr sz="1725" b="1">
                <a:solidFill>
                  <a:srgbClr val="263B48"/>
                </a:solidFill>
                <a:latin typeface="DejaVu Sans"/>
                <a:ea typeface="DejaVu Sans"/>
                <a:cs typeface="DejaVu Sans"/>
              </a:defRPr>
            </a:pPr>
            <a:r>
              <a:rPr sz="1725" b="1">
                <a:solidFill>
                  <a:srgbClr val="263B48"/>
                </a:solidFill>
                <a:latin typeface="DejaVu Sans"/>
                <a:ea typeface="DejaVu Sans"/>
                <a:cs typeface="DejaVu Sans"/>
              </a:rPr>
              <a:t>My background</a:t>
            </a:r>
          </a:p>
        </p:txBody>
      </p:sp>
      <p:sp>
        <p:nvSpPr>
          <p:cNvPr id="7" name="">
            <a:extLst xmlns:a="http://schemas.openxmlformats.org/drawingml/2006/main">
              <a:ext uri="{FF2B5EF4-FFF2-40B4-BE49-F238E27FC236}">
                <a16:creationId xmlns:a16="http://schemas.microsoft.com/office/drawing/2014/main" id="{483B08C1-9C8B-42FF-B246-A1630917F570}"/>
              </a:ext>
            </a:extLst>
          </p:cNvPr>
          <p:cNvSpPr>
            <a:spLocks xmlns:a="http://schemas.openxmlformats.org/drawingml/2006/main" noGrp="1"/>
          </p:cNvSpPr>
          <p:nvPr/>
        </p:nvSpPr>
        <p:spPr>
          <a:xfrm xmlns:a="http://schemas.openxmlformats.org/drawingml/2006/main">
            <a:off x="3705225" y="54673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618AA7"/>
                </a:solidFill>
                <a:latin typeface="DejaVu Sans"/>
                <a:ea typeface="DejaVu Sans"/>
                <a:cs typeface="DejaVu Sans"/>
              </a:defRPr>
            </a:defPPr>
          </a:lstStyle>
          <a:p xmlns:a="http://schemas.openxmlformats.org/drawingml/2006/main">
            <a:pPr>
              <a:defRPr sz="1500" b="1">
                <a:solidFill>
                  <a:srgbClr val="618AA7"/>
                </a:solidFill>
                <a:latin typeface="DejaVu Sans"/>
                <a:ea typeface="DejaVu Sans"/>
                <a:cs typeface="DejaVu Sans"/>
              </a:defRPr>
            </a:pPr>
            <a:r>
              <a:rPr sz="1500" b="1">
                <a:solidFill>
                  <a:srgbClr val="618AA7"/>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E9386E4E-D0E0-4B35-8B98-62A96B5FB418}"/>
              </a:ext>
            </a:extLst>
          </p:cNvPr>
          <p:cNvSpPr>
            <a:spLocks xmlns:a="http://schemas.openxmlformats.org/drawingml/2006/main" noGrp="1"/>
          </p:cNvSpPr>
          <p:nvPr/>
        </p:nvSpPr>
        <p:spPr>
          <a:xfrm xmlns:a="http://schemas.openxmlformats.org/drawingml/2006/main">
            <a:off x="3705225" y="58674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63B48"/>
                </a:solidFill>
                <a:latin typeface="DejaVu Sans"/>
                <a:ea typeface="DejaVu Sans"/>
                <a:cs typeface="DejaVu Sans"/>
              </a:defRPr>
            </a:defPPr>
          </a:lstStyle>
          <a:p xmlns:a="http://schemas.openxmlformats.org/drawingml/2006/main">
            <a:pPr>
              <a:defRPr sz="1725" b="1">
                <a:solidFill>
                  <a:srgbClr val="263B48"/>
                </a:solidFill>
                <a:latin typeface="DejaVu Sans"/>
                <a:ea typeface="DejaVu Sans"/>
                <a:cs typeface="DejaVu Sans"/>
              </a:defRPr>
            </a:pPr>
            <a:r>
              <a:rPr sz="1725" b="1">
                <a:solidFill>
                  <a:srgbClr val="263B48"/>
                </a:solidFill>
                <a:latin typeface="DejaVu Sans"/>
                <a:ea typeface="DejaVu Sans"/>
                <a:cs typeface="DejaVu Sans"/>
              </a:rPr>
              <a:t>My Airbus work</a:t>
            </a:r>
          </a:p>
        </p:txBody>
      </p:sp>
      <p:sp>
        <p:nvSpPr>
          <p:cNvPr id="9" name="">
            <a:extLst xmlns:a="http://schemas.openxmlformats.org/drawingml/2006/main">
              <a:ext uri="{FF2B5EF4-FFF2-40B4-BE49-F238E27FC236}">
                <a16:creationId xmlns:a16="http://schemas.microsoft.com/office/drawing/2014/main" id="{C2FCE00F-2683-4403-96E1-2AEFA0576393}"/>
              </a:ext>
            </a:extLst>
          </p:cNvPr>
          <p:cNvSpPr>
            <a:spLocks xmlns:a="http://schemas.openxmlformats.org/drawingml/2006/main" noGrp="1"/>
          </p:cNvSpPr>
          <p:nvPr/>
        </p:nvSpPr>
        <p:spPr>
          <a:xfrm xmlns:a="http://schemas.openxmlformats.org/drawingml/2006/main">
            <a:off x="6219825" y="54673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C77D70"/>
                </a:solidFill>
                <a:latin typeface="DejaVu Sans"/>
                <a:ea typeface="DejaVu Sans"/>
                <a:cs typeface="DejaVu Sans"/>
              </a:defRPr>
            </a:defPPr>
          </a:lstStyle>
          <a:p xmlns:a="http://schemas.openxmlformats.org/drawingml/2006/main">
            <a:pPr>
              <a:defRPr sz="1500" b="1">
                <a:solidFill>
                  <a:srgbClr val="C77D70"/>
                </a:solidFill>
                <a:latin typeface="DejaVu Sans"/>
                <a:ea typeface="DejaVu Sans"/>
                <a:cs typeface="DejaVu Sans"/>
              </a:defRPr>
            </a:pPr>
            <a:r>
              <a:rPr sz="1500" b="1">
                <a:solidFill>
                  <a:srgbClr val="C77D70"/>
                </a:solidFill>
                <a:latin typeface="DejaVu Sans"/>
                <a:ea typeface="DejaVu Sans"/>
                <a:cs typeface="DejaVu Sans"/>
              </a:rPr>
              <a:t>03</a:t>
            </a:r>
          </a:p>
        </p:txBody>
      </p:sp>
      <p:sp>
        <p:nvSpPr>
          <p:cNvPr id="10" name="">
            <a:extLst xmlns:a="http://schemas.openxmlformats.org/drawingml/2006/main">
              <a:ext uri="{FF2B5EF4-FFF2-40B4-BE49-F238E27FC236}">
                <a16:creationId xmlns:a16="http://schemas.microsoft.com/office/drawing/2014/main" id="{3C995A41-EE95-4723-9F2C-7889BC715D08}"/>
              </a:ext>
            </a:extLst>
          </p:cNvPr>
          <p:cNvSpPr>
            <a:spLocks xmlns:a="http://schemas.openxmlformats.org/drawingml/2006/main" noGrp="1"/>
          </p:cNvSpPr>
          <p:nvPr/>
        </p:nvSpPr>
        <p:spPr>
          <a:xfrm xmlns:a="http://schemas.openxmlformats.org/drawingml/2006/main">
            <a:off x="6219825" y="58674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63B48"/>
                </a:solidFill>
                <a:latin typeface="DejaVu Sans"/>
                <a:ea typeface="DejaVu Sans"/>
                <a:cs typeface="DejaVu Sans"/>
              </a:defRPr>
            </a:defPPr>
          </a:lstStyle>
          <a:p xmlns:a="http://schemas.openxmlformats.org/drawingml/2006/main">
            <a:pPr>
              <a:defRPr sz="1725" b="1">
                <a:solidFill>
                  <a:srgbClr val="263B48"/>
                </a:solidFill>
                <a:latin typeface="DejaVu Sans"/>
                <a:ea typeface="DejaVu Sans"/>
                <a:cs typeface="DejaVu Sans"/>
              </a:defRPr>
            </a:pPr>
            <a:r>
              <a:rPr sz="1725" b="1">
                <a:solidFill>
                  <a:srgbClr val="263B48"/>
                </a:solidFill>
                <a:latin typeface="DejaVu Sans"/>
                <a:ea typeface="DejaVu Sans"/>
                <a:cs typeface="DejaVu Sans"/>
              </a:rPr>
              <a:t>My influence</a:t>
            </a:r>
          </a:p>
        </p:txBody>
      </p:sp>
      <p:sp>
        <p:nvSpPr>
          <p:cNvPr id="11" name="">
            <a:extLst xmlns:a="http://schemas.openxmlformats.org/drawingml/2006/main">
              <a:ext uri="{FF2B5EF4-FFF2-40B4-BE49-F238E27FC236}">
                <a16:creationId xmlns:a16="http://schemas.microsoft.com/office/drawing/2014/main" id="{9DB656F1-2E85-4D47-98D5-25813433EA12}"/>
              </a:ext>
            </a:extLst>
          </p:cNvPr>
          <p:cNvSpPr>
            <a:spLocks xmlns:a="http://schemas.openxmlformats.org/drawingml/2006/main" noGrp="1"/>
          </p:cNvSpPr>
          <p:nvPr/>
        </p:nvSpPr>
        <p:spPr>
          <a:xfrm xmlns:a="http://schemas.openxmlformats.org/drawingml/2006/main">
            <a:off x="8734425" y="54673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BB984C"/>
                </a:solidFill>
                <a:latin typeface="DejaVu Sans"/>
                <a:ea typeface="DejaVu Sans"/>
                <a:cs typeface="DejaVu Sans"/>
              </a:defRPr>
            </a:defPPr>
          </a:lstStyle>
          <a:p xmlns:a="http://schemas.openxmlformats.org/drawingml/2006/main">
            <a:pPr>
              <a:defRPr sz="1500" b="1">
                <a:solidFill>
                  <a:srgbClr val="BB984C"/>
                </a:solidFill>
                <a:latin typeface="DejaVu Sans"/>
                <a:ea typeface="DejaVu Sans"/>
                <a:cs typeface="DejaVu Sans"/>
              </a:defRPr>
            </a:pPr>
            <a:r>
              <a:rPr sz="1500" b="1">
                <a:solidFill>
                  <a:srgbClr val="BB984C"/>
                </a:solidFill>
                <a:latin typeface="DejaVu Sans"/>
                <a:ea typeface="DejaVu Sans"/>
                <a:cs typeface="DejaVu Sans"/>
              </a:rPr>
              <a:t>04</a:t>
            </a:r>
          </a:p>
        </p:txBody>
      </p:sp>
      <p:sp>
        <p:nvSpPr>
          <p:cNvPr id="12" name="">
            <a:extLst xmlns:a="http://schemas.openxmlformats.org/drawingml/2006/main">
              <a:ext uri="{FF2B5EF4-FFF2-40B4-BE49-F238E27FC236}">
                <a16:creationId xmlns:a16="http://schemas.microsoft.com/office/drawing/2014/main" id="{1AA16115-BF4C-45AB-83CF-162843F2F598}"/>
              </a:ext>
            </a:extLst>
          </p:cNvPr>
          <p:cNvSpPr>
            <a:spLocks xmlns:a="http://schemas.openxmlformats.org/drawingml/2006/main" noGrp="1"/>
          </p:cNvSpPr>
          <p:nvPr/>
        </p:nvSpPr>
        <p:spPr>
          <a:xfrm xmlns:a="http://schemas.openxmlformats.org/drawingml/2006/main">
            <a:off x="8734425" y="58674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63B48"/>
                </a:solidFill>
                <a:latin typeface="DejaVu Sans"/>
                <a:ea typeface="DejaVu Sans"/>
                <a:cs typeface="DejaVu Sans"/>
              </a:defRPr>
            </a:defPPr>
          </a:lstStyle>
          <a:p xmlns:a="http://schemas.openxmlformats.org/drawingml/2006/main">
            <a:pPr>
              <a:defRPr sz="1725" b="1">
                <a:solidFill>
                  <a:srgbClr val="263B48"/>
                </a:solidFill>
                <a:latin typeface="DejaVu Sans"/>
                <a:ea typeface="DejaVu Sans"/>
                <a:cs typeface="DejaVu Sans"/>
              </a:defRPr>
            </a:pPr>
            <a:r>
              <a:rPr sz="1725" b="1">
                <a:solidFill>
                  <a:srgbClr val="263B48"/>
                </a:solidFill>
                <a:latin typeface="DejaVu Sans"/>
                <a:ea typeface="DejaVu Sans"/>
                <a:cs typeface="DejaVu Sans"/>
              </a:rPr>
              <a:t>Vision &amp; roadmap</a:t>
            </a:r>
          </a:p>
        </p:txBody>
      </p:sp>
    </p:spTree>
    <p:extLst>
      <p:ext uri="{BB962C8B-B14F-4D97-AF65-F5344CB8AC3E}">
        <p14:creationId xmlns:p14="http://schemas.microsoft.com/office/powerpoint/2010/main" val="10928822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FD8358A5-BFBE-49C0-BC7E-C30C38831E88}"/>
              </a:ext>
            </a:extLst>
          </p:cNvPr>
          <p:cNvPicPr>
            <a:picLocks xmlns:a="http://schemas.openxmlformats.org/drawingml/2006/main" noChangeAspect="1"/>
          </p:cNvPicPr>
          <p:nvPr/>
        </p:nvPicPr>
        <p:blipFill>
          <a:blip xmlns:r="http://schemas.openxmlformats.org/officeDocument/2006/relationships" xmlns:a="http://schemas.openxmlformats.org/drawingml/2006/main" r:embed="R97adf34a439f48c6"/>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95E160-555F-40CE-8B56-1C53B698CE08}"/>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One passion. A journey across autonomous systems.</a:t>
            </a:r>
          </a:p>
        </p:txBody>
      </p:sp>
      <p:sp>
        <p:nvSpPr>
          <p:cNvPr id="3" name="">
            <a:extLst xmlns:a="http://schemas.openxmlformats.org/drawingml/2006/main">
              <a:ext uri="{FF2B5EF4-FFF2-40B4-BE49-F238E27FC236}">
                <a16:creationId xmlns:a16="http://schemas.microsoft.com/office/drawing/2014/main" id="{B6B9C835-F927-4A3C-A799-0FF543EBB1EB}"/>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03</a:t>
            </a:r>
          </a:p>
        </p:txBody>
      </p:sp>
      <p:sp>
        <p:nvSpPr>
          <p:cNvPr id="4" name="">
            <a:extLst xmlns:a="http://schemas.openxmlformats.org/drawingml/2006/main">
              <a:ext uri="{FF2B5EF4-FFF2-40B4-BE49-F238E27FC236}">
                <a16:creationId xmlns:a16="http://schemas.microsoft.com/office/drawing/2014/main" id="{FD1C8FE4-8B9B-4FF5-82D4-B73DF94E8A6E}"/>
              </a:ext>
            </a:extLst>
          </p:cNvPr>
          <p:cNvSpPr>
            <a:spLocks xmlns:a="http://schemas.openxmlformats.org/drawingml/2006/main" noGrp="1"/>
          </p:cNvSpPr>
          <p:nvPr/>
        </p:nvSpPr>
        <p:spPr>
          <a:xfrm xmlns:a="http://schemas.openxmlformats.org/drawingml/2006/main">
            <a:off x="838200" y="3400425"/>
            <a:ext cx="1019175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C81A91-3CBD-4459-9D99-F122C91BEFEE}"/>
              </a:ext>
            </a:extLst>
          </p:cNvPr>
          <p:cNvSpPr>
            <a:spLocks xmlns:a="http://schemas.openxmlformats.org/drawingml/2006/main" noGrp="1"/>
          </p:cNvSpPr>
          <p:nvPr/>
        </p:nvSpPr>
        <p:spPr>
          <a:xfrm xmlns:a="http://schemas.openxmlformats.org/drawingml/2006/main">
            <a:off x="609600" y="3286125"/>
            <a:ext cx="152400" cy="247650"/>
          </a:xfrm>
          <a:prstGeom xmlns:a="http://schemas.openxmlformats.org/drawingml/2006/main" prst="rect">
            <a:avLst/>
          </a:prstGeom>
          <a:solidFill xmlns:a="http://schemas.openxmlformats.org/drawingml/2006/main">
            <a:srgbClr val="398F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FA5744-495B-44C4-BF23-A47A953D231C}"/>
              </a:ext>
            </a:extLst>
          </p:cNvPr>
          <p:cNvSpPr>
            <a:spLocks xmlns:a="http://schemas.openxmlformats.org/drawingml/2006/main" noGrp="1"/>
          </p:cNvSpPr>
          <p:nvPr/>
        </p:nvSpPr>
        <p:spPr>
          <a:xfrm xmlns:a="http://schemas.openxmlformats.org/drawingml/2006/main">
            <a:off x="609600" y="28670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2011</a:t>
            </a:r>
          </a:p>
        </p:txBody>
      </p:sp>
      <p:sp>
        <p:nvSpPr>
          <p:cNvPr id="7" name="">
            <a:extLst xmlns:a="http://schemas.openxmlformats.org/drawingml/2006/main">
              <a:ext uri="{FF2B5EF4-FFF2-40B4-BE49-F238E27FC236}">
                <a16:creationId xmlns:a16="http://schemas.microsoft.com/office/drawing/2014/main" id="{D9002F96-F626-47BC-B4C1-35433626BF2D}"/>
              </a:ext>
            </a:extLst>
          </p:cNvPr>
          <p:cNvSpPr>
            <a:spLocks xmlns:a="http://schemas.openxmlformats.org/drawingml/2006/main" noGrp="1"/>
          </p:cNvSpPr>
          <p:nvPr/>
        </p:nvSpPr>
        <p:spPr>
          <a:xfrm xmlns:a="http://schemas.openxmlformats.org/drawingml/2006/main">
            <a:off x="609600" y="37147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3B48"/>
                </a:solidFill>
                <a:latin typeface="DejaVu Sans"/>
                <a:ea typeface="DejaVu Sans"/>
                <a:cs typeface="DejaVu Sans"/>
              </a:defRPr>
            </a:defPPr>
          </a:lstStyle>
          <a:p xmlns:a="http://schemas.openxmlformats.org/drawingml/2006/main">
            <a:pPr>
              <a:defRPr sz="1875" b="1">
                <a:solidFill>
                  <a:srgbClr val="263B48"/>
                </a:solidFill>
                <a:latin typeface="DejaVu Sans"/>
                <a:ea typeface="DejaVu Sans"/>
                <a:cs typeface="DejaVu Sans"/>
              </a:defRPr>
            </a:pPr>
            <a:r>
              <a:rPr sz="1875" b="1">
                <a:solidFill>
                  <a:srgbClr val="263B48"/>
                </a:solidFill>
                <a:latin typeface="DejaVu Sans"/>
                <a:ea typeface="DejaVu Sans"/>
                <a:cs typeface="DejaVu Sans"/>
              </a:rPr>
              <a:t>Bachelor’s</a:t>
            </a:r>
          </a:p>
        </p:txBody>
      </p:sp>
      <p:sp>
        <p:nvSpPr>
          <p:cNvPr id="8" name="">
            <a:extLst xmlns:a="http://schemas.openxmlformats.org/drawingml/2006/main">
              <a:ext uri="{FF2B5EF4-FFF2-40B4-BE49-F238E27FC236}">
                <a16:creationId xmlns:a16="http://schemas.microsoft.com/office/drawing/2014/main" id="{4DDF8012-4535-4177-B6DA-6ED1F67D6103}"/>
              </a:ext>
            </a:extLst>
          </p:cNvPr>
          <p:cNvSpPr>
            <a:spLocks xmlns:a="http://schemas.openxmlformats.org/drawingml/2006/main" noGrp="1"/>
          </p:cNvSpPr>
          <p:nvPr/>
        </p:nvSpPr>
        <p:spPr>
          <a:xfrm xmlns:a="http://schemas.openxmlformats.org/drawingml/2006/main">
            <a:off x="609600" y="44386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667782"/>
                </a:solidFill>
                <a:latin typeface="DejaVu Sans"/>
                <a:ea typeface="DejaVu Sans"/>
                <a:cs typeface="DejaVu Sans"/>
              </a:defRPr>
            </a:defPPr>
          </a:lstStyle>
          <a:p xmlns:a="http://schemas.openxmlformats.org/drawingml/2006/main">
            <a:pPr>
              <a:defRPr sz="1575" b="0">
                <a:solidFill>
                  <a:srgbClr val="667782"/>
                </a:solidFill>
                <a:latin typeface="DejaVu Sans"/>
                <a:ea typeface="DejaVu Sans"/>
                <a:cs typeface="DejaVu Sans"/>
              </a:defRPr>
            </a:pPr>
            <a:r>
              <a:rPr sz="1575" b="0">
                <a:solidFill>
                  <a:srgbClr val="667782"/>
                </a:solidFill>
                <a:latin typeface="DejaVu Sans"/>
                <a:ea typeface="DejaVu Sans"/>
                <a:cs typeface="DejaVu Sans"/>
              </a:rPr>
              <a:t>Engineering foundation</a:t>
            </a:r>
          </a:p>
        </p:txBody>
      </p:sp>
      <p:sp>
        <p:nvSpPr>
          <p:cNvPr id="9" name="">
            <a:extLst xmlns:a="http://schemas.openxmlformats.org/drawingml/2006/main">
              <a:ext uri="{FF2B5EF4-FFF2-40B4-BE49-F238E27FC236}">
                <a16:creationId xmlns:a16="http://schemas.microsoft.com/office/drawing/2014/main" id="{83BAD673-7212-4766-9D89-0EEBAB83D6CF}"/>
              </a:ext>
            </a:extLst>
          </p:cNvPr>
          <p:cNvSpPr>
            <a:spLocks xmlns:a="http://schemas.openxmlformats.org/drawingml/2006/main" noGrp="1"/>
          </p:cNvSpPr>
          <p:nvPr/>
        </p:nvSpPr>
        <p:spPr>
          <a:xfrm xmlns:a="http://schemas.openxmlformats.org/drawingml/2006/main">
            <a:off x="2457450" y="3286125"/>
            <a:ext cx="152400" cy="247650"/>
          </a:xfrm>
          <a:prstGeom xmlns:a="http://schemas.openxmlformats.org/drawingml/2006/main" prst="rect">
            <a:avLst/>
          </a:prstGeom>
          <a:solidFill xmlns:a="http://schemas.openxmlformats.org/drawingml/2006/main">
            <a:srgbClr val="618AA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3B7EBEE-6A02-479A-B9F5-802C140E2393}"/>
              </a:ext>
            </a:extLst>
          </p:cNvPr>
          <p:cNvSpPr>
            <a:spLocks xmlns:a="http://schemas.openxmlformats.org/drawingml/2006/main" noGrp="1"/>
          </p:cNvSpPr>
          <p:nvPr/>
        </p:nvSpPr>
        <p:spPr>
          <a:xfrm xmlns:a="http://schemas.openxmlformats.org/drawingml/2006/main">
            <a:off x="2457450" y="28670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618AA7"/>
                </a:solidFill>
                <a:latin typeface="DejaVu Sans"/>
                <a:ea typeface="DejaVu Sans"/>
                <a:cs typeface="DejaVu Sans"/>
              </a:defRPr>
            </a:defPPr>
          </a:lstStyle>
          <a:p xmlns:a="http://schemas.openxmlformats.org/drawingml/2006/main">
            <a:pPr>
              <a:defRPr sz="1650" b="1">
                <a:solidFill>
                  <a:srgbClr val="618AA7"/>
                </a:solidFill>
                <a:latin typeface="DejaVu Sans"/>
                <a:ea typeface="DejaVu Sans"/>
                <a:cs typeface="DejaVu Sans"/>
              </a:defRPr>
            </a:pPr>
            <a:r>
              <a:rPr sz="1650" b="1">
                <a:solidFill>
                  <a:srgbClr val="618AA7"/>
                </a:solidFill>
                <a:latin typeface="DejaVu Sans"/>
                <a:ea typeface="DejaVu Sans"/>
                <a:cs typeface="DejaVu Sans"/>
              </a:rPr>
              <a:t>2 years</a:t>
            </a:r>
          </a:p>
        </p:txBody>
      </p:sp>
      <p:sp>
        <p:nvSpPr>
          <p:cNvPr id="11" name="">
            <a:extLst xmlns:a="http://schemas.openxmlformats.org/drawingml/2006/main">
              <a:ext uri="{FF2B5EF4-FFF2-40B4-BE49-F238E27FC236}">
                <a16:creationId xmlns:a16="http://schemas.microsoft.com/office/drawing/2014/main" id="{1DC3A26F-B036-42BE-82E0-B27275606EAD}"/>
              </a:ext>
            </a:extLst>
          </p:cNvPr>
          <p:cNvSpPr>
            <a:spLocks xmlns:a="http://schemas.openxmlformats.org/drawingml/2006/main" noGrp="1"/>
          </p:cNvSpPr>
          <p:nvPr/>
        </p:nvSpPr>
        <p:spPr>
          <a:xfrm xmlns:a="http://schemas.openxmlformats.org/drawingml/2006/main">
            <a:off x="2457450" y="37147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3B48"/>
                </a:solidFill>
                <a:latin typeface="DejaVu Sans"/>
                <a:ea typeface="DejaVu Sans"/>
                <a:cs typeface="DejaVu Sans"/>
              </a:defRPr>
            </a:defPPr>
          </a:lstStyle>
          <a:p xmlns:a="http://schemas.openxmlformats.org/drawingml/2006/main">
            <a:pPr>
              <a:defRPr sz="1875" b="1">
                <a:solidFill>
                  <a:srgbClr val="263B48"/>
                </a:solidFill>
                <a:latin typeface="DejaVu Sans"/>
                <a:ea typeface="DejaVu Sans"/>
                <a:cs typeface="DejaVu Sans"/>
              </a:defRPr>
            </a:pPr>
            <a:r>
              <a:rPr sz="1875" b="1">
                <a:solidFill>
                  <a:srgbClr val="263B48"/>
                </a:solidFill>
                <a:latin typeface="DejaVu Sans"/>
                <a:ea typeface="DejaVu Sans"/>
                <a:cs typeface="DejaVu Sans"/>
              </a:rPr>
              <a:t>Guest lecturer</a:t>
            </a:r>
          </a:p>
        </p:txBody>
      </p:sp>
      <p:sp>
        <p:nvSpPr>
          <p:cNvPr id="12" name="">
            <a:extLst xmlns:a="http://schemas.openxmlformats.org/drawingml/2006/main">
              <a:ext uri="{FF2B5EF4-FFF2-40B4-BE49-F238E27FC236}">
                <a16:creationId xmlns:a16="http://schemas.microsoft.com/office/drawing/2014/main" id="{AF0BB116-4A61-42D6-ACC6-391F7A1713BE}"/>
              </a:ext>
            </a:extLst>
          </p:cNvPr>
          <p:cNvSpPr>
            <a:spLocks xmlns:a="http://schemas.openxmlformats.org/drawingml/2006/main" noGrp="1"/>
          </p:cNvSpPr>
          <p:nvPr/>
        </p:nvSpPr>
        <p:spPr>
          <a:xfrm xmlns:a="http://schemas.openxmlformats.org/drawingml/2006/main">
            <a:off x="2457450" y="44386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667782"/>
                </a:solidFill>
                <a:latin typeface="DejaVu Sans"/>
                <a:ea typeface="DejaVu Sans"/>
                <a:cs typeface="DejaVu Sans"/>
              </a:defRPr>
            </a:defPPr>
          </a:lstStyle>
          <a:p xmlns:a="http://schemas.openxmlformats.org/drawingml/2006/main">
            <a:pPr>
              <a:defRPr sz="1575" b="0">
                <a:solidFill>
                  <a:srgbClr val="667782"/>
                </a:solidFill>
                <a:latin typeface="DejaVu Sans"/>
                <a:ea typeface="DejaVu Sans"/>
                <a:cs typeface="DejaVu Sans"/>
              </a:defRPr>
            </a:pPr>
            <a:r>
              <a:rPr sz="1575" b="0">
                <a:solidFill>
                  <a:srgbClr val="667782"/>
                </a:solidFill>
                <a:latin typeface="DejaVu Sans"/>
                <a:ea typeface="DejaVu Sans"/>
                <a:cs typeface="DejaVu Sans"/>
              </a:rPr>
              <a:t>Teaching &amp; mentoring</a:t>
            </a:r>
          </a:p>
        </p:txBody>
      </p:sp>
      <p:sp>
        <p:nvSpPr>
          <p:cNvPr id="13" name="">
            <a:extLst xmlns:a="http://schemas.openxmlformats.org/drawingml/2006/main">
              <a:ext uri="{FF2B5EF4-FFF2-40B4-BE49-F238E27FC236}">
                <a16:creationId xmlns:a16="http://schemas.microsoft.com/office/drawing/2014/main" id="{BF219B24-0531-46A9-BAF1-380432880A9B}"/>
              </a:ext>
            </a:extLst>
          </p:cNvPr>
          <p:cNvSpPr>
            <a:spLocks xmlns:a="http://schemas.openxmlformats.org/drawingml/2006/main" noGrp="1"/>
          </p:cNvSpPr>
          <p:nvPr/>
        </p:nvSpPr>
        <p:spPr>
          <a:xfrm xmlns:a="http://schemas.openxmlformats.org/drawingml/2006/main">
            <a:off x="4305300" y="3286125"/>
            <a:ext cx="152400" cy="247650"/>
          </a:xfrm>
          <a:prstGeom xmlns:a="http://schemas.openxmlformats.org/drawingml/2006/main" prst="rect">
            <a:avLst/>
          </a:prstGeom>
          <a:solidFill xmlns:a="http://schemas.openxmlformats.org/drawingml/2006/main">
            <a:srgbClr val="C77D7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2D7295-69A7-4205-AA18-14EE4FAFD932}"/>
              </a:ext>
            </a:extLst>
          </p:cNvPr>
          <p:cNvSpPr>
            <a:spLocks xmlns:a="http://schemas.openxmlformats.org/drawingml/2006/main" noGrp="1"/>
          </p:cNvSpPr>
          <p:nvPr/>
        </p:nvSpPr>
        <p:spPr>
          <a:xfrm xmlns:a="http://schemas.openxmlformats.org/drawingml/2006/main">
            <a:off x="4305300" y="28670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C77D70"/>
                </a:solidFill>
                <a:latin typeface="DejaVu Sans"/>
                <a:ea typeface="DejaVu Sans"/>
                <a:cs typeface="DejaVu Sans"/>
              </a:defRPr>
            </a:defPPr>
          </a:lstStyle>
          <a:p xmlns:a="http://schemas.openxmlformats.org/drawingml/2006/main">
            <a:pPr>
              <a:defRPr sz="1650" b="1">
                <a:solidFill>
                  <a:srgbClr val="C77D70"/>
                </a:solidFill>
                <a:latin typeface="DejaVu Sans"/>
                <a:ea typeface="DejaVu Sans"/>
                <a:cs typeface="DejaVu Sans"/>
              </a:defRPr>
            </a:pPr>
            <a:r>
              <a:rPr sz="1650" b="1">
                <a:solidFill>
                  <a:srgbClr val="C77D70"/>
                </a:solidFill>
                <a:latin typeface="DejaVu Sans"/>
                <a:ea typeface="DejaVu Sans"/>
                <a:cs typeface="DejaVu Sans"/>
              </a:rPr>
              <a:t>Dates to add</a:t>
            </a:r>
          </a:p>
        </p:txBody>
      </p:sp>
      <p:sp>
        <p:nvSpPr>
          <p:cNvPr id="15" name="">
            <a:extLst xmlns:a="http://schemas.openxmlformats.org/drawingml/2006/main">
              <a:ext uri="{FF2B5EF4-FFF2-40B4-BE49-F238E27FC236}">
                <a16:creationId xmlns:a16="http://schemas.microsoft.com/office/drawing/2014/main" id="{D2980607-4DF7-4A34-A53A-373D76943BD6}"/>
              </a:ext>
            </a:extLst>
          </p:cNvPr>
          <p:cNvSpPr>
            <a:spLocks xmlns:a="http://schemas.openxmlformats.org/drawingml/2006/main" noGrp="1"/>
          </p:cNvSpPr>
          <p:nvPr/>
        </p:nvSpPr>
        <p:spPr>
          <a:xfrm xmlns:a="http://schemas.openxmlformats.org/drawingml/2006/main">
            <a:off x="4305300" y="37147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3B48"/>
                </a:solidFill>
                <a:latin typeface="DejaVu Sans"/>
                <a:ea typeface="DejaVu Sans"/>
                <a:cs typeface="DejaVu Sans"/>
              </a:defRPr>
            </a:defPPr>
          </a:lstStyle>
          <a:p xmlns:a="http://schemas.openxmlformats.org/drawingml/2006/main">
            <a:pPr>
              <a:defRPr sz="1875" b="1">
                <a:solidFill>
                  <a:srgbClr val="263B48"/>
                </a:solidFill>
                <a:latin typeface="DejaVu Sans"/>
                <a:ea typeface="DejaVu Sans"/>
                <a:cs typeface="DejaVu Sans"/>
              </a:defRPr>
            </a:pPr>
            <a:r>
              <a:rPr sz="1875" b="1">
                <a:solidFill>
                  <a:srgbClr val="263B48"/>
                </a:solidFill>
                <a:latin typeface="DejaVu Sans"/>
                <a:ea typeface="DejaVu Sans"/>
                <a:cs typeface="DejaVu Sans"/>
              </a:rPr>
              <a:t>Master’s</a:t>
            </a:r>
          </a:p>
        </p:txBody>
      </p:sp>
      <p:sp>
        <p:nvSpPr>
          <p:cNvPr id="16" name="">
            <a:extLst xmlns:a="http://schemas.openxmlformats.org/drawingml/2006/main">
              <a:ext uri="{FF2B5EF4-FFF2-40B4-BE49-F238E27FC236}">
                <a16:creationId xmlns:a16="http://schemas.microsoft.com/office/drawing/2014/main" id="{05E19148-C877-4C5D-9732-39661E4E0BBC}"/>
              </a:ext>
            </a:extLst>
          </p:cNvPr>
          <p:cNvSpPr>
            <a:spLocks xmlns:a="http://schemas.openxmlformats.org/drawingml/2006/main" noGrp="1"/>
          </p:cNvSpPr>
          <p:nvPr/>
        </p:nvSpPr>
        <p:spPr>
          <a:xfrm xmlns:a="http://schemas.openxmlformats.org/drawingml/2006/main">
            <a:off x="4305300" y="44386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667782"/>
                </a:solidFill>
                <a:latin typeface="DejaVu Sans"/>
                <a:ea typeface="DejaVu Sans"/>
                <a:cs typeface="DejaVu Sans"/>
              </a:defRPr>
            </a:defPPr>
          </a:lstStyle>
          <a:p xmlns:a="http://schemas.openxmlformats.org/drawingml/2006/main">
            <a:pPr>
              <a:defRPr sz="1575" b="0">
                <a:solidFill>
                  <a:srgbClr val="667782"/>
                </a:solidFill>
                <a:latin typeface="DejaVu Sans"/>
                <a:ea typeface="DejaVu Sans"/>
                <a:cs typeface="DejaVu Sans"/>
              </a:defRPr>
            </a:pPr>
            <a:r>
              <a:rPr sz="1575" b="0">
                <a:solidFill>
                  <a:srgbClr val="667782"/>
                </a:solidFill>
                <a:latin typeface="DejaVu Sans"/>
                <a:ea typeface="DejaVu Sans"/>
                <a:cs typeface="DejaVu Sans"/>
              </a:rPr>
              <a:t>Postgraduate study</a:t>
            </a:r>
          </a:p>
        </p:txBody>
      </p:sp>
      <p:sp>
        <p:nvSpPr>
          <p:cNvPr id="17" name="">
            <a:extLst xmlns:a="http://schemas.openxmlformats.org/drawingml/2006/main">
              <a:ext uri="{FF2B5EF4-FFF2-40B4-BE49-F238E27FC236}">
                <a16:creationId xmlns:a16="http://schemas.microsoft.com/office/drawing/2014/main" id="{36D223CD-E37A-4076-AB46-BC67D9EF31FC}"/>
              </a:ext>
            </a:extLst>
          </p:cNvPr>
          <p:cNvSpPr>
            <a:spLocks xmlns:a="http://schemas.openxmlformats.org/drawingml/2006/main" noGrp="1"/>
          </p:cNvSpPr>
          <p:nvPr/>
        </p:nvSpPr>
        <p:spPr>
          <a:xfrm xmlns:a="http://schemas.openxmlformats.org/drawingml/2006/main">
            <a:off x="6153150" y="3286125"/>
            <a:ext cx="152400" cy="247650"/>
          </a:xfrm>
          <a:prstGeom xmlns:a="http://schemas.openxmlformats.org/drawingml/2006/main" prst="rect">
            <a:avLst/>
          </a:prstGeom>
          <a:solidFill xmlns:a="http://schemas.openxmlformats.org/drawingml/2006/main">
            <a:srgbClr val="BB984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D8B4CA2-825B-4C52-83A5-32239314B67D}"/>
              </a:ext>
            </a:extLst>
          </p:cNvPr>
          <p:cNvSpPr>
            <a:spLocks xmlns:a="http://schemas.openxmlformats.org/drawingml/2006/main" noGrp="1"/>
          </p:cNvSpPr>
          <p:nvPr/>
        </p:nvSpPr>
        <p:spPr>
          <a:xfrm xmlns:a="http://schemas.openxmlformats.org/drawingml/2006/main">
            <a:off x="6153150" y="28670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BB984C"/>
                </a:solidFill>
                <a:latin typeface="DejaVu Sans"/>
                <a:ea typeface="DejaVu Sans"/>
                <a:cs typeface="DejaVu Sans"/>
              </a:defRPr>
            </a:defPPr>
          </a:lstStyle>
          <a:p xmlns:a="http://schemas.openxmlformats.org/drawingml/2006/main">
            <a:pPr>
              <a:defRPr sz="1650" b="1">
                <a:solidFill>
                  <a:srgbClr val="BB984C"/>
                </a:solidFill>
                <a:latin typeface="DejaVu Sans"/>
                <a:ea typeface="DejaVu Sans"/>
                <a:cs typeface="DejaVu Sans"/>
              </a:defRPr>
            </a:pPr>
            <a:r>
              <a:rPr sz="1650" b="1">
                <a:solidFill>
                  <a:srgbClr val="BB984C"/>
                </a:solidFill>
                <a:latin typeface="DejaVu Sans"/>
                <a:ea typeface="DejaVu Sans"/>
                <a:cs typeface="DejaVu Sans"/>
              </a:rPr>
              <a:t>1 year</a:t>
            </a:r>
          </a:p>
        </p:txBody>
      </p:sp>
      <p:sp>
        <p:nvSpPr>
          <p:cNvPr id="19" name="">
            <a:extLst xmlns:a="http://schemas.openxmlformats.org/drawingml/2006/main">
              <a:ext uri="{FF2B5EF4-FFF2-40B4-BE49-F238E27FC236}">
                <a16:creationId xmlns:a16="http://schemas.microsoft.com/office/drawing/2014/main" id="{E403CE2C-AFE7-44F1-986C-8E2B3F0CB848}"/>
              </a:ext>
            </a:extLst>
          </p:cNvPr>
          <p:cNvSpPr>
            <a:spLocks xmlns:a="http://schemas.openxmlformats.org/drawingml/2006/main" noGrp="1"/>
          </p:cNvSpPr>
          <p:nvPr/>
        </p:nvSpPr>
        <p:spPr>
          <a:xfrm xmlns:a="http://schemas.openxmlformats.org/drawingml/2006/main">
            <a:off x="6153150" y="37147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3B48"/>
                </a:solidFill>
                <a:latin typeface="DejaVu Sans"/>
                <a:ea typeface="DejaVu Sans"/>
                <a:cs typeface="DejaVu Sans"/>
              </a:defRPr>
            </a:defPPr>
          </a:lstStyle>
          <a:p xmlns:a="http://schemas.openxmlformats.org/drawingml/2006/main">
            <a:pPr>
              <a:defRPr sz="1875" b="1">
                <a:solidFill>
                  <a:srgbClr val="263B48"/>
                </a:solidFill>
                <a:latin typeface="DejaVu Sans"/>
                <a:ea typeface="DejaVu Sans"/>
                <a:cs typeface="DejaVu Sans"/>
              </a:defRPr>
            </a:pPr>
            <a:r>
              <a:rPr sz="1875" b="1">
                <a:solidFill>
                  <a:srgbClr val="263B48"/>
                </a:solidFill>
                <a:latin typeface="DejaVu Sans"/>
                <a:ea typeface="DejaVu Sans"/>
                <a:cs typeface="DejaVu Sans"/>
              </a:rPr>
              <a:t>DRDO ADE</a:t>
            </a:r>
          </a:p>
        </p:txBody>
      </p:sp>
      <p:sp>
        <p:nvSpPr>
          <p:cNvPr id="20" name="">
            <a:extLst xmlns:a="http://schemas.openxmlformats.org/drawingml/2006/main">
              <a:ext uri="{FF2B5EF4-FFF2-40B4-BE49-F238E27FC236}">
                <a16:creationId xmlns:a16="http://schemas.microsoft.com/office/drawing/2014/main" id="{BD99BD4D-BDA3-41DA-875B-45FF894D8442}"/>
              </a:ext>
            </a:extLst>
          </p:cNvPr>
          <p:cNvSpPr>
            <a:spLocks xmlns:a="http://schemas.openxmlformats.org/drawingml/2006/main" noGrp="1"/>
          </p:cNvSpPr>
          <p:nvPr/>
        </p:nvSpPr>
        <p:spPr>
          <a:xfrm xmlns:a="http://schemas.openxmlformats.org/drawingml/2006/main">
            <a:off x="6153150" y="44386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667782"/>
                </a:solidFill>
                <a:latin typeface="DejaVu Sans"/>
                <a:ea typeface="DejaVu Sans"/>
                <a:cs typeface="DejaVu Sans"/>
              </a:defRPr>
            </a:defPPr>
          </a:lstStyle>
          <a:p xmlns:a="http://schemas.openxmlformats.org/drawingml/2006/main">
            <a:pPr>
              <a:defRPr sz="1575" b="0">
                <a:solidFill>
                  <a:srgbClr val="667782"/>
                </a:solidFill>
                <a:latin typeface="DejaVu Sans"/>
                <a:ea typeface="DejaVu Sans"/>
                <a:cs typeface="DejaVu Sans"/>
              </a:defRPr>
            </a:pPr>
            <a:r>
              <a:rPr sz="1575" b="0">
                <a:solidFill>
                  <a:srgbClr val="667782"/>
                </a:solidFill>
                <a:latin typeface="DejaVu Sans"/>
                <a:ea typeface="DejaVu Sans"/>
                <a:cs typeface="DejaVu Sans"/>
              </a:rPr>
              <a:t>Flight dynamics &amp; autopilot</a:t>
            </a:r>
          </a:p>
        </p:txBody>
      </p:sp>
      <p:pic>
        <p:nvPicPr>
          <p:cNvPr id="21" name="">
            <a:extLst xmlns:a="http://schemas.openxmlformats.org/drawingml/2006/main">
              <a:ext uri="{FF2B5EF4-FFF2-40B4-BE49-F238E27FC236}">
                <a16:creationId xmlns:a16="http://schemas.microsoft.com/office/drawing/2014/main" id="{AA4505C4-2C7D-4353-A0CD-89062643A41B}"/>
              </a:ext>
            </a:extLst>
          </p:cNvPr>
          <p:cNvPicPr>
            <a:picLocks xmlns:a="http://schemas.openxmlformats.org/drawingml/2006/main" noChangeAspect="1"/>
          </p:cNvPicPr>
          <p:nvPr/>
        </p:nvPicPr>
        <p:blipFill>
          <a:blip xmlns:r="http://schemas.openxmlformats.org/officeDocument/2006/relationships" xmlns:a="http://schemas.openxmlformats.org/drawingml/2006/main" r:embed="R20eaec23839049ef"/>
          <a:srcRect xmlns:a="http://schemas.openxmlformats.org/drawingml/2006/main" l="0" t="18182" r="0" b="18182"/>
          <a:stretch xmlns:a="http://schemas.openxmlformats.org/drawingml/2006/main">
            <a:fillRect l="0" t="0" r="0" b="0"/>
          </a:stretch>
        </p:blipFill>
        <p:spPr>
          <a:xfrm xmlns:a="http://schemas.openxmlformats.org/drawingml/2006/main">
            <a:off x="6153150" y="1647825"/>
            <a:ext cx="1676400" cy="10668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D2CAF39-12C2-4E7F-ABDA-C65E66E66AF9}"/>
              </a:ext>
            </a:extLst>
          </p:cNvPr>
          <p:cNvSpPr>
            <a:spLocks xmlns:a="http://schemas.openxmlformats.org/drawingml/2006/main" noGrp="1"/>
          </p:cNvSpPr>
          <p:nvPr/>
        </p:nvSpPr>
        <p:spPr>
          <a:xfrm xmlns:a="http://schemas.openxmlformats.org/drawingml/2006/main">
            <a:off x="8001000" y="3286125"/>
            <a:ext cx="152400" cy="247650"/>
          </a:xfrm>
          <a:prstGeom xmlns:a="http://schemas.openxmlformats.org/drawingml/2006/main" prst="rect">
            <a:avLst/>
          </a:prstGeom>
          <a:solidFill xmlns:a="http://schemas.openxmlformats.org/drawingml/2006/main">
            <a:srgbClr val="398F9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C8BC1AA-8220-4DC9-99F5-74CF40CBA393}"/>
              </a:ext>
            </a:extLst>
          </p:cNvPr>
          <p:cNvSpPr>
            <a:spLocks xmlns:a="http://schemas.openxmlformats.org/drawingml/2006/main" noGrp="1"/>
          </p:cNvSpPr>
          <p:nvPr/>
        </p:nvSpPr>
        <p:spPr>
          <a:xfrm xmlns:a="http://schemas.openxmlformats.org/drawingml/2006/main">
            <a:off x="8001000" y="28670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5.5 years</a:t>
            </a:r>
          </a:p>
        </p:txBody>
      </p:sp>
      <p:sp>
        <p:nvSpPr>
          <p:cNvPr id="24" name="">
            <a:extLst xmlns:a="http://schemas.openxmlformats.org/drawingml/2006/main">
              <a:ext uri="{FF2B5EF4-FFF2-40B4-BE49-F238E27FC236}">
                <a16:creationId xmlns:a16="http://schemas.microsoft.com/office/drawing/2014/main" id="{D26D5A86-7E0A-47B4-AFEF-4210FE652EC6}"/>
              </a:ext>
            </a:extLst>
          </p:cNvPr>
          <p:cNvSpPr>
            <a:spLocks xmlns:a="http://schemas.openxmlformats.org/drawingml/2006/main" noGrp="1"/>
          </p:cNvSpPr>
          <p:nvPr/>
        </p:nvSpPr>
        <p:spPr>
          <a:xfrm xmlns:a="http://schemas.openxmlformats.org/drawingml/2006/main">
            <a:off x="8001000" y="37147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3B48"/>
                </a:solidFill>
                <a:latin typeface="DejaVu Sans"/>
                <a:ea typeface="DejaVu Sans"/>
                <a:cs typeface="DejaVu Sans"/>
              </a:defRPr>
            </a:defPPr>
          </a:lstStyle>
          <a:p xmlns:a="http://schemas.openxmlformats.org/drawingml/2006/main">
            <a:pPr>
              <a:defRPr sz="1875" b="1">
                <a:solidFill>
                  <a:srgbClr val="263B48"/>
                </a:solidFill>
                <a:latin typeface="DejaVu Sans"/>
                <a:ea typeface="DejaVu Sans"/>
                <a:cs typeface="DejaVu Sans"/>
              </a:defRPr>
            </a:pPr>
            <a:r>
              <a:rPr sz="1875" b="1">
                <a:solidFill>
                  <a:srgbClr val="263B48"/>
                </a:solidFill>
                <a:latin typeface="DejaVu Sans"/>
                <a:ea typeface="DejaVu Sans"/>
                <a:cs typeface="DejaVu Sans"/>
              </a:rPr>
              <a:t>Danlaw</a:t>
            </a:r>
          </a:p>
        </p:txBody>
      </p:sp>
      <p:sp>
        <p:nvSpPr>
          <p:cNvPr id="25" name="">
            <a:extLst xmlns:a="http://schemas.openxmlformats.org/drawingml/2006/main">
              <a:ext uri="{FF2B5EF4-FFF2-40B4-BE49-F238E27FC236}">
                <a16:creationId xmlns:a16="http://schemas.microsoft.com/office/drawing/2014/main" id="{33C8581E-6C47-41C0-A375-CB35FC1D0DA9}"/>
              </a:ext>
            </a:extLst>
          </p:cNvPr>
          <p:cNvSpPr>
            <a:spLocks xmlns:a="http://schemas.openxmlformats.org/drawingml/2006/main" noGrp="1"/>
          </p:cNvSpPr>
          <p:nvPr/>
        </p:nvSpPr>
        <p:spPr>
          <a:xfrm xmlns:a="http://schemas.openxmlformats.org/drawingml/2006/main">
            <a:off x="8001000" y="44386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667782"/>
                </a:solidFill>
                <a:latin typeface="DejaVu Sans"/>
                <a:ea typeface="DejaVu Sans"/>
                <a:cs typeface="DejaVu Sans"/>
              </a:defRPr>
            </a:defPPr>
          </a:lstStyle>
          <a:p xmlns:a="http://schemas.openxmlformats.org/drawingml/2006/main">
            <a:pPr>
              <a:defRPr sz="1575" b="0">
                <a:solidFill>
                  <a:srgbClr val="667782"/>
                </a:solidFill>
                <a:latin typeface="DejaVu Sans"/>
                <a:ea typeface="DejaVu Sans"/>
                <a:cs typeface="DejaVu Sans"/>
              </a:defRPr>
            </a:pPr>
            <a:r>
              <a:rPr sz="1575" b="0">
                <a:solidFill>
                  <a:srgbClr val="667782"/>
                </a:solidFill>
                <a:latin typeface="DejaVu Sans"/>
                <a:ea typeface="DejaVu Sans"/>
                <a:cs typeface="DejaVu Sans"/>
              </a:rPr>
              <a:t>ADAS</a:t>
            </a:r>
          </a:p>
        </p:txBody>
      </p:sp>
      <p:pic>
        <p:nvPicPr>
          <p:cNvPr id="26" name="">
            <a:extLst xmlns:a="http://schemas.openxmlformats.org/drawingml/2006/main">
              <a:ext uri="{FF2B5EF4-FFF2-40B4-BE49-F238E27FC236}">
                <a16:creationId xmlns:a16="http://schemas.microsoft.com/office/drawing/2014/main" id="{85B25BBF-C35C-46E2-B648-AC1294B2C91D}"/>
              </a:ext>
            </a:extLst>
          </p:cNvPr>
          <p:cNvPicPr>
            <a:picLocks xmlns:a="http://schemas.openxmlformats.org/drawingml/2006/main" noChangeAspect="1"/>
          </p:cNvPicPr>
          <p:nvPr/>
        </p:nvPicPr>
        <p:blipFill>
          <a:blip xmlns:r="http://schemas.openxmlformats.org/officeDocument/2006/relationships" xmlns:a="http://schemas.openxmlformats.org/drawingml/2006/main" r:embed="R92cfbfa2165c4c70"/>
          <a:srcRect xmlns:a="http://schemas.openxmlformats.org/drawingml/2006/main" l="0" t="18182" r="0" b="18182"/>
          <a:stretch xmlns:a="http://schemas.openxmlformats.org/drawingml/2006/main">
            <a:fillRect l="0" t="0" r="0" b="0"/>
          </a:stretch>
        </p:blipFill>
        <p:spPr>
          <a:xfrm xmlns:a="http://schemas.openxmlformats.org/drawingml/2006/main">
            <a:off x="8001000" y="1647825"/>
            <a:ext cx="1676400" cy="1066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3E2125F-F301-406E-A9A4-BE9E56457F43}"/>
              </a:ext>
            </a:extLst>
          </p:cNvPr>
          <p:cNvSpPr>
            <a:spLocks xmlns:a="http://schemas.openxmlformats.org/drawingml/2006/main" noGrp="1"/>
          </p:cNvSpPr>
          <p:nvPr/>
        </p:nvSpPr>
        <p:spPr>
          <a:xfrm xmlns:a="http://schemas.openxmlformats.org/drawingml/2006/main">
            <a:off x="9848850" y="3286125"/>
            <a:ext cx="152400" cy="247650"/>
          </a:xfrm>
          <a:prstGeom xmlns:a="http://schemas.openxmlformats.org/drawingml/2006/main" prst="rect">
            <a:avLst/>
          </a:prstGeom>
          <a:solidFill xmlns:a="http://schemas.openxmlformats.org/drawingml/2006/main">
            <a:srgbClr val="618AA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55D60A2-0BEB-4283-BDB7-69252F80DB59}"/>
              </a:ext>
            </a:extLst>
          </p:cNvPr>
          <p:cNvSpPr>
            <a:spLocks xmlns:a="http://schemas.openxmlformats.org/drawingml/2006/main" noGrp="1"/>
          </p:cNvSpPr>
          <p:nvPr/>
        </p:nvSpPr>
        <p:spPr>
          <a:xfrm xmlns:a="http://schemas.openxmlformats.org/drawingml/2006/main">
            <a:off x="9848850" y="28670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618AA7"/>
                </a:solidFill>
                <a:latin typeface="DejaVu Sans"/>
                <a:ea typeface="DejaVu Sans"/>
                <a:cs typeface="DejaVu Sans"/>
              </a:defRPr>
            </a:defPPr>
          </a:lstStyle>
          <a:p xmlns:a="http://schemas.openxmlformats.org/drawingml/2006/main">
            <a:pPr>
              <a:defRPr sz="1650" b="1">
                <a:solidFill>
                  <a:srgbClr val="618AA7"/>
                </a:solidFill>
                <a:latin typeface="DejaVu Sans"/>
                <a:ea typeface="DejaVu Sans"/>
                <a:cs typeface="DejaVu Sans"/>
              </a:defRPr>
            </a:pPr>
            <a:r>
              <a:rPr sz="1650" b="1">
                <a:solidFill>
                  <a:srgbClr val="618AA7"/>
                </a:solidFill>
                <a:latin typeface="DejaVu Sans"/>
                <a:ea typeface="DejaVu Sans"/>
                <a:cs typeface="DejaVu Sans"/>
              </a:rPr>
              <a:t>2022</a:t>
            </a:r>
          </a:p>
        </p:txBody>
      </p:sp>
      <p:sp>
        <p:nvSpPr>
          <p:cNvPr id="29" name="">
            <a:extLst xmlns:a="http://schemas.openxmlformats.org/drawingml/2006/main">
              <a:ext uri="{FF2B5EF4-FFF2-40B4-BE49-F238E27FC236}">
                <a16:creationId xmlns:a16="http://schemas.microsoft.com/office/drawing/2014/main" id="{2754C045-CF9C-4562-A23D-2665E915DF15}"/>
              </a:ext>
            </a:extLst>
          </p:cNvPr>
          <p:cNvSpPr>
            <a:spLocks xmlns:a="http://schemas.openxmlformats.org/drawingml/2006/main" noGrp="1"/>
          </p:cNvSpPr>
          <p:nvPr/>
        </p:nvSpPr>
        <p:spPr>
          <a:xfrm xmlns:a="http://schemas.openxmlformats.org/drawingml/2006/main">
            <a:off x="9848850" y="37147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3B48"/>
                </a:solidFill>
                <a:latin typeface="DejaVu Sans"/>
                <a:ea typeface="DejaVu Sans"/>
                <a:cs typeface="DejaVu Sans"/>
              </a:defRPr>
            </a:defPPr>
          </a:lstStyle>
          <a:p xmlns:a="http://schemas.openxmlformats.org/drawingml/2006/main">
            <a:pPr>
              <a:defRPr sz="1875" b="1">
                <a:solidFill>
                  <a:srgbClr val="263B48"/>
                </a:solidFill>
                <a:latin typeface="DejaVu Sans"/>
                <a:ea typeface="DejaVu Sans"/>
                <a:cs typeface="DejaVu Sans"/>
              </a:defRPr>
            </a:pPr>
            <a:r>
              <a:rPr sz="1875" b="1">
                <a:solidFill>
                  <a:srgbClr val="263B48"/>
                </a:solidFill>
                <a:latin typeface="DejaVu Sans"/>
                <a:ea typeface="DejaVu Sans"/>
                <a:cs typeface="DejaVu Sans"/>
              </a:rPr>
              <a:t>Airbus</a:t>
            </a:r>
          </a:p>
        </p:txBody>
      </p:sp>
      <p:sp>
        <p:nvSpPr>
          <p:cNvPr id="30" name="">
            <a:extLst xmlns:a="http://schemas.openxmlformats.org/drawingml/2006/main">
              <a:ext uri="{FF2B5EF4-FFF2-40B4-BE49-F238E27FC236}">
                <a16:creationId xmlns:a16="http://schemas.microsoft.com/office/drawing/2014/main" id="{F07E4268-EEEF-43D4-87A1-BAA778446C2A}"/>
              </a:ext>
            </a:extLst>
          </p:cNvPr>
          <p:cNvSpPr>
            <a:spLocks xmlns:a="http://schemas.openxmlformats.org/drawingml/2006/main" noGrp="1"/>
          </p:cNvSpPr>
          <p:nvPr/>
        </p:nvSpPr>
        <p:spPr>
          <a:xfrm xmlns:a="http://schemas.openxmlformats.org/drawingml/2006/main">
            <a:off x="9848850" y="4438650"/>
            <a:ext cx="16859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667782"/>
                </a:solidFill>
                <a:latin typeface="DejaVu Sans"/>
                <a:ea typeface="DejaVu Sans"/>
                <a:cs typeface="DejaVu Sans"/>
              </a:defRPr>
            </a:defPPr>
          </a:lstStyle>
          <a:p xmlns:a="http://schemas.openxmlformats.org/drawingml/2006/main">
            <a:pPr>
              <a:defRPr sz="1575" b="0">
                <a:solidFill>
                  <a:srgbClr val="667782"/>
                </a:solidFill>
                <a:latin typeface="DejaVu Sans"/>
                <a:ea typeface="DejaVu Sans"/>
                <a:cs typeface="DejaVu Sans"/>
              </a:defRPr>
            </a:pPr>
            <a:r>
              <a:rPr sz="1575" b="0">
                <a:solidFill>
                  <a:srgbClr val="667782"/>
                </a:solidFill>
                <a:latin typeface="DejaVu Sans"/>
                <a:ea typeface="DejaVu Sans"/>
                <a:cs typeface="DejaVu Sans"/>
              </a:rPr>
              <a:t>Industrial robotics</a:t>
            </a:r>
          </a:p>
        </p:txBody>
      </p:sp>
      <p:pic>
        <p:nvPicPr>
          <p:cNvPr id="31" name="">
            <a:extLst xmlns:a="http://schemas.openxmlformats.org/drawingml/2006/main">
              <a:ext uri="{FF2B5EF4-FFF2-40B4-BE49-F238E27FC236}">
                <a16:creationId xmlns:a16="http://schemas.microsoft.com/office/drawing/2014/main" id="{A8B055DF-6E06-41B3-828C-32D280043E38}"/>
              </a:ext>
            </a:extLst>
          </p:cNvPr>
          <p:cNvPicPr>
            <a:picLocks xmlns:a="http://schemas.openxmlformats.org/drawingml/2006/main" noChangeAspect="1"/>
          </p:cNvPicPr>
          <p:nvPr/>
        </p:nvPicPr>
        <p:blipFill>
          <a:blip xmlns:r="http://schemas.openxmlformats.org/officeDocument/2006/relationships" xmlns:a="http://schemas.openxmlformats.org/drawingml/2006/main" r:embed="R49e830f9e7064df0"/>
          <a:srcRect xmlns:a="http://schemas.openxmlformats.org/drawingml/2006/main" l="0" t="18182" r="0" b="18182"/>
          <a:stretch xmlns:a="http://schemas.openxmlformats.org/drawingml/2006/main">
            <a:fillRect l="0" t="0" r="0" b="0"/>
          </a:stretch>
        </p:blipFill>
        <p:spPr>
          <a:xfrm xmlns:a="http://schemas.openxmlformats.org/drawingml/2006/main">
            <a:off x="9848850" y="1647825"/>
            <a:ext cx="1676400" cy="10668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6DF245B0-5535-4446-8EE8-4064FFA65762}"/>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29A3D8A-4D57-41D7-9187-20AB6734D040}"/>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From controlling a vehicle to orchestrating a complete robotic system.</a:t>
            </a:r>
          </a:p>
        </p:txBody>
      </p:sp>
    </p:spTree>
    <p:extLst>
      <p:ext uri="{BB962C8B-B14F-4D97-AF65-F5344CB8AC3E}">
        <p14:creationId xmlns:p14="http://schemas.microsoft.com/office/powerpoint/2010/main" val="12320703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BAE4E3E4-DDE9-49BA-94D2-29D1DE20B7C4}"/>
              </a:ext>
            </a:extLst>
          </p:cNvPr>
          <p:cNvPicPr>
            <a:picLocks xmlns:a="http://schemas.openxmlformats.org/drawingml/2006/main" noChangeAspect="1"/>
          </p:cNvPicPr>
          <p:nvPr/>
        </p:nvPicPr>
        <p:blipFill>
          <a:blip xmlns:r="http://schemas.openxmlformats.org/officeDocument/2006/relationships" xmlns:a="http://schemas.openxmlformats.org/drawingml/2006/main" r:embed="Rabd831cc70e04c41"/>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74F508-C7AA-4450-95DD-939A5CF6E9D2}"/>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From the road to the robot: the same core questions</a:t>
            </a:r>
          </a:p>
        </p:txBody>
      </p:sp>
      <p:sp>
        <p:nvSpPr>
          <p:cNvPr id="3" name="">
            <a:extLst xmlns:a="http://schemas.openxmlformats.org/drawingml/2006/main">
              <a:ext uri="{FF2B5EF4-FFF2-40B4-BE49-F238E27FC236}">
                <a16:creationId xmlns:a16="http://schemas.microsoft.com/office/drawing/2014/main" id="{CFE8454C-7B78-4AF6-AA38-71220BF80981}"/>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04</a:t>
            </a:r>
          </a:p>
        </p:txBody>
      </p:sp>
      <p:pic>
        <p:nvPicPr>
          <p:cNvPr id="4" name="">
            <a:extLst xmlns:a="http://schemas.openxmlformats.org/drawingml/2006/main">
              <a:ext uri="{FF2B5EF4-FFF2-40B4-BE49-F238E27FC236}">
                <a16:creationId xmlns:a16="http://schemas.microsoft.com/office/drawing/2014/main" id="{0DE8208E-1A46-4855-AC8C-93B7A8083C91}"/>
              </a:ext>
            </a:extLst>
          </p:cNvPr>
          <p:cNvPicPr>
            <a:picLocks xmlns:a="http://schemas.openxmlformats.org/drawingml/2006/main" noChangeAspect="1"/>
          </p:cNvPicPr>
          <p:nvPr/>
        </p:nvPicPr>
        <p:blipFill>
          <a:blip xmlns:r="http://schemas.openxmlformats.org/officeDocument/2006/relationships" xmlns:a="http://schemas.openxmlformats.org/drawingml/2006/main" r:embed="R06c0edb4e618427f"/>
          <a:srcRect xmlns:a="http://schemas.openxmlformats.org/drawingml/2006/main" l="0" t="21053" r="0" b="21053"/>
          <a:stretch xmlns:a="http://schemas.openxmlformats.org/drawingml/2006/main">
            <a:fillRect l="0" t="0" r="0" b="0"/>
          </a:stretch>
        </p:blipFill>
        <p:spPr>
          <a:xfrm xmlns:a="http://schemas.openxmlformats.org/drawingml/2006/main">
            <a:off x="609600" y="1781175"/>
            <a:ext cx="3619500" cy="20955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D49006C-1F27-4270-9027-7D427AC59F9C}"/>
              </a:ext>
            </a:extLst>
          </p:cNvPr>
          <p:cNvPicPr>
            <a:picLocks xmlns:a="http://schemas.openxmlformats.org/drawingml/2006/main" noChangeAspect="1"/>
          </p:cNvPicPr>
          <p:nvPr/>
        </p:nvPicPr>
        <p:blipFill>
          <a:blip xmlns:r="http://schemas.openxmlformats.org/officeDocument/2006/relationships" xmlns:a="http://schemas.openxmlformats.org/drawingml/2006/main" r:embed="Rc825919412404a8f"/>
          <a:srcRect xmlns:a="http://schemas.openxmlformats.org/drawingml/2006/main" l="0" t="21053" r="0" b="21053"/>
          <a:stretch xmlns:a="http://schemas.openxmlformats.org/drawingml/2006/main">
            <a:fillRect l="0" t="0" r="0" b="0"/>
          </a:stretch>
        </p:blipFill>
        <p:spPr>
          <a:xfrm xmlns:a="http://schemas.openxmlformats.org/drawingml/2006/main">
            <a:off x="7953375" y="1781175"/>
            <a:ext cx="3619500" cy="2095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66DD6B8-DA9D-441E-9CA9-CCDB45D5B00B}"/>
              </a:ext>
            </a:extLst>
          </p:cNvPr>
          <p:cNvSpPr>
            <a:spLocks xmlns:a="http://schemas.openxmlformats.org/drawingml/2006/main" noGrp="1"/>
          </p:cNvSpPr>
          <p:nvPr/>
        </p:nvSpPr>
        <p:spPr>
          <a:xfrm xmlns:a="http://schemas.openxmlformats.org/drawingml/2006/main">
            <a:off x="609600" y="40862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618AA7"/>
                </a:solidFill>
                <a:latin typeface="DejaVu Sans"/>
                <a:ea typeface="DejaVu Sans"/>
                <a:cs typeface="DejaVu Sans"/>
              </a:defRPr>
            </a:defPPr>
          </a:lstStyle>
          <a:p xmlns:a="http://schemas.openxmlformats.org/drawingml/2006/main">
            <a:pPr>
              <a:defRPr sz="2100" b="1">
                <a:solidFill>
                  <a:srgbClr val="618AA7"/>
                </a:solidFill>
                <a:latin typeface="DejaVu Sans"/>
                <a:ea typeface="DejaVu Sans"/>
                <a:cs typeface="DejaVu Sans"/>
              </a:defRPr>
            </a:pPr>
            <a:r>
              <a:rPr sz="2100" b="1">
                <a:solidFill>
                  <a:srgbClr val="618AA7"/>
                </a:solidFill>
                <a:latin typeface="DejaVu Sans"/>
                <a:ea typeface="DejaVu Sans"/>
                <a:cs typeface="DejaVu Sans"/>
              </a:rPr>
              <a:t>ADAS</a:t>
            </a:r>
          </a:p>
        </p:txBody>
      </p:sp>
      <p:sp>
        <p:nvSpPr>
          <p:cNvPr id="7" name="">
            <a:extLst xmlns:a="http://schemas.openxmlformats.org/drawingml/2006/main">
              <a:ext uri="{FF2B5EF4-FFF2-40B4-BE49-F238E27FC236}">
                <a16:creationId xmlns:a16="http://schemas.microsoft.com/office/drawing/2014/main" id="{F178FC09-3747-4B18-A856-1D384F90BD5F}"/>
              </a:ext>
            </a:extLst>
          </p:cNvPr>
          <p:cNvSpPr>
            <a:spLocks xmlns:a="http://schemas.openxmlformats.org/drawingml/2006/main" noGrp="1"/>
          </p:cNvSpPr>
          <p:nvPr/>
        </p:nvSpPr>
        <p:spPr>
          <a:xfrm xmlns:a="http://schemas.openxmlformats.org/drawingml/2006/main">
            <a:off x="609600" y="4572000"/>
            <a:ext cx="3486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667782"/>
                </a:solidFill>
                <a:latin typeface="DejaVu Sans"/>
                <a:ea typeface="DejaVu Sans"/>
                <a:cs typeface="DejaVu Sans"/>
              </a:defRPr>
            </a:defPPr>
          </a:lstStyle>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Stay on the road.</a:t>
            </a:r>
          </a:p>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Choose safe, feasible motion.</a:t>
            </a:r>
          </a:p>
        </p:txBody>
      </p:sp>
      <p:sp>
        <p:nvSpPr>
          <p:cNvPr id="8" name="">
            <a:extLst xmlns:a="http://schemas.openxmlformats.org/drawingml/2006/main">
              <a:ext uri="{FF2B5EF4-FFF2-40B4-BE49-F238E27FC236}">
                <a16:creationId xmlns:a16="http://schemas.microsoft.com/office/drawing/2014/main" id="{5DA2A1DB-E0BF-4320-A8AE-23EE3AF7F447}"/>
              </a:ext>
            </a:extLst>
          </p:cNvPr>
          <p:cNvSpPr>
            <a:spLocks xmlns:a="http://schemas.openxmlformats.org/drawingml/2006/main" noGrp="1"/>
          </p:cNvSpPr>
          <p:nvPr/>
        </p:nvSpPr>
        <p:spPr>
          <a:xfrm xmlns:a="http://schemas.openxmlformats.org/drawingml/2006/main">
            <a:off x="7953375" y="4086225"/>
            <a:ext cx="361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98F91"/>
                </a:solidFill>
                <a:latin typeface="DejaVu Sans"/>
                <a:ea typeface="DejaVu Sans"/>
                <a:cs typeface="DejaVu Sans"/>
              </a:defRPr>
            </a:defPPr>
          </a:lstStyle>
          <a:p xmlns:a="http://schemas.openxmlformats.org/drawingml/2006/main">
            <a:pPr>
              <a:defRPr sz="2100" b="1">
                <a:solidFill>
                  <a:srgbClr val="398F91"/>
                </a:solidFill>
                <a:latin typeface="DejaVu Sans"/>
                <a:ea typeface="DejaVu Sans"/>
                <a:cs typeface="DejaVu Sans"/>
              </a:defRPr>
            </a:pPr>
            <a:r>
              <a:rPr sz="2100" b="1">
                <a:solidFill>
                  <a:srgbClr val="398F91"/>
                </a:solidFill>
                <a:latin typeface="DejaVu Sans"/>
                <a:ea typeface="DejaVu Sans"/>
                <a:cs typeface="DejaVu Sans"/>
              </a:rPr>
              <a:t>Industrial robotics</a:t>
            </a:r>
          </a:p>
        </p:txBody>
      </p:sp>
      <p:sp>
        <p:nvSpPr>
          <p:cNvPr id="9" name="">
            <a:extLst xmlns:a="http://schemas.openxmlformats.org/drawingml/2006/main">
              <a:ext uri="{FF2B5EF4-FFF2-40B4-BE49-F238E27FC236}">
                <a16:creationId xmlns:a16="http://schemas.microsoft.com/office/drawing/2014/main" id="{D35EA077-6517-4809-BA7C-BEBD4E9AC417}"/>
              </a:ext>
            </a:extLst>
          </p:cNvPr>
          <p:cNvSpPr>
            <a:spLocks xmlns:a="http://schemas.openxmlformats.org/drawingml/2006/main" noGrp="1"/>
          </p:cNvSpPr>
          <p:nvPr/>
        </p:nvSpPr>
        <p:spPr>
          <a:xfrm xmlns:a="http://schemas.openxmlformats.org/drawingml/2006/main">
            <a:off x="7953375" y="4572000"/>
            <a:ext cx="3524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667782"/>
                </a:solidFill>
                <a:latin typeface="DejaVu Sans"/>
                <a:ea typeface="DejaVu Sans"/>
                <a:cs typeface="DejaVu Sans"/>
              </a:defRPr>
            </a:defPPr>
          </a:lstStyle>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Follow the part.</a:t>
            </a:r>
          </a:p>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Meet the process needs.</a:t>
            </a:r>
          </a:p>
        </p:txBody>
      </p:sp>
      <p:sp>
        <p:nvSpPr>
          <p:cNvPr id="10" name="">
            <a:extLst xmlns:a="http://schemas.openxmlformats.org/drawingml/2006/main">
              <a:ext uri="{FF2B5EF4-FFF2-40B4-BE49-F238E27FC236}">
                <a16:creationId xmlns:a16="http://schemas.microsoft.com/office/drawing/2014/main" id="{00E29721-4588-4600-9959-59F328C9CA81}"/>
              </a:ext>
            </a:extLst>
          </p:cNvPr>
          <p:cNvSpPr>
            <a:spLocks xmlns:a="http://schemas.openxmlformats.org/drawingml/2006/main" noGrp="1"/>
          </p:cNvSpPr>
          <p:nvPr/>
        </p:nvSpPr>
        <p:spPr>
          <a:xfrm xmlns:a="http://schemas.openxmlformats.org/drawingml/2006/main">
            <a:off x="4638675" y="1752600"/>
            <a:ext cx="2867025" cy="647700"/>
          </a:xfrm>
          <a:prstGeom xmlns:a="http://schemas.openxmlformats.org/drawingml/2006/main" prst="rect">
            <a:avLst/>
          </a:prstGeom>
          <a:solidFill xmlns:a="http://schemas.openxmlformats.org/drawingml/2006/main">
            <a:srgbClr val="EAF4F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C8B7B6-578E-4548-9CFD-558A59F55DC8}"/>
              </a:ext>
            </a:extLst>
          </p:cNvPr>
          <p:cNvSpPr>
            <a:spLocks xmlns:a="http://schemas.openxmlformats.org/drawingml/2006/main" noGrp="1"/>
          </p:cNvSpPr>
          <p:nvPr/>
        </p:nvSpPr>
        <p:spPr>
          <a:xfrm xmlns:a="http://schemas.openxmlformats.org/drawingml/2006/main">
            <a:off x="4791075" y="190500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98F91"/>
                </a:solidFill>
                <a:latin typeface="DejaVu Sans"/>
                <a:ea typeface="DejaVu Sans"/>
                <a:cs typeface="DejaVu Sans"/>
              </a:defRPr>
            </a:defPPr>
          </a:lstStyle>
          <a:p xmlns:a="http://schemas.openxmlformats.org/drawingml/2006/main">
            <a:pPr>
              <a:defRPr sz="1575" b="1">
                <a:solidFill>
                  <a:srgbClr val="398F91"/>
                </a:solidFill>
                <a:latin typeface="DejaVu Sans"/>
                <a:ea typeface="DejaVu Sans"/>
                <a:cs typeface="DejaVu Sans"/>
              </a:defRPr>
            </a:pPr>
            <a:r>
              <a:rPr sz="1575" b="1">
                <a:solidFill>
                  <a:srgbClr val="398F91"/>
                </a:solidFill>
                <a:latin typeface="DejaVu Sans"/>
                <a:ea typeface="DejaVu Sans"/>
                <a:cs typeface="DejaVu Sans"/>
              </a:rPr>
              <a:t>Understand the surroundings</a:t>
            </a:r>
          </a:p>
        </p:txBody>
      </p:sp>
      <p:sp>
        <p:nvSpPr>
          <p:cNvPr id="12" name="">
            <a:extLst xmlns:a="http://schemas.openxmlformats.org/drawingml/2006/main">
              <a:ext uri="{FF2B5EF4-FFF2-40B4-BE49-F238E27FC236}">
                <a16:creationId xmlns:a16="http://schemas.microsoft.com/office/drawing/2014/main" id="{479C12F6-C0B7-40A3-BF0F-AE57AFCAF991}"/>
              </a:ext>
            </a:extLst>
          </p:cNvPr>
          <p:cNvSpPr>
            <a:spLocks xmlns:a="http://schemas.openxmlformats.org/drawingml/2006/main" noGrp="1"/>
          </p:cNvSpPr>
          <p:nvPr/>
        </p:nvSpPr>
        <p:spPr>
          <a:xfrm xmlns:a="http://schemas.openxmlformats.org/drawingml/2006/main">
            <a:off x="4638675" y="2609850"/>
            <a:ext cx="2867025" cy="647700"/>
          </a:xfrm>
          <a:prstGeom xmlns:a="http://schemas.openxmlformats.org/drawingml/2006/main" prst="rect">
            <a:avLst/>
          </a:prstGeom>
          <a:solidFill xmlns:a="http://schemas.openxmlformats.org/drawingml/2006/main">
            <a:srgbClr val="EDF3F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D2935A6-FF66-4F0D-811D-A2C0C3CF03D0}"/>
              </a:ext>
            </a:extLst>
          </p:cNvPr>
          <p:cNvSpPr>
            <a:spLocks xmlns:a="http://schemas.openxmlformats.org/drawingml/2006/main" noGrp="1"/>
          </p:cNvSpPr>
          <p:nvPr/>
        </p:nvSpPr>
        <p:spPr>
          <a:xfrm xmlns:a="http://schemas.openxmlformats.org/drawingml/2006/main">
            <a:off x="4791075" y="276225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618AA7"/>
                </a:solidFill>
                <a:latin typeface="DejaVu Sans"/>
                <a:ea typeface="DejaVu Sans"/>
                <a:cs typeface="DejaVu Sans"/>
              </a:defRPr>
            </a:defPPr>
          </a:lstStyle>
          <a:p xmlns:a="http://schemas.openxmlformats.org/drawingml/2006/main">
            <a:pPr>
              <a:defRPr sz="1575" b="1">
                <a:solidFill>
                  <a:srgbClr val="618AA7"/>
                </a:solidFill>
                <a:latin typeface="DejaVu Sans"/>
                <a:ea typeface="DejaVu Sans"/>
                <a:cs typeface="DejaVu Sans"/>
              </a:defRPr>
            </a:pPr>
            <a:r>
              <a:rPr sz="1575" b="1">
                <a:solidFill>
                  <a:srgbClr val="618AA7"/>
                </a:solidFill>
                <a:latin typeface="DejaVu Sans"/>
                <a:ea typeface="DejaVu Sans"/>
                <a:cs typeface="DejaVu Sans"/>
              </a:rPr>
              <a:t>Choose the path</a:t>
            </a:r>
          </a:p>
        </p:txBody>
      </p:sp>
      <p:sp>
        <p:nvSpPr>
          <p:cNvPr id="14" name="">
            <a:extLst xmlns:a="http://schemas.openxmlformats.org/drawingml/2006/main">
              <a:ext uri="{FF2B5EF4-FFF2-40B4-BE49-F238E27FC236}">
                <a16:creationId xmlns:a16="http://schemas.microsoft.com/office/drawing/2014/main" id="{2EF986FF-5BA3-4ECE-821D-801526559D08}"/>
              </a:ext>
            </a:extLst>
          </p:cNvPr>
          <p:cNvSpPr>
            <a:spLocks xmlns:a="http://schemas.openxmlformats.org/drawingml/2006/main" noGrp="1"/>
          </p:cNvSpPr>
          <p:nvPr/>
        </p:nvSpPr>
        <p:spPr>
          <a:xfrm xmlns:a="http://schemas.openxmlformats.org/drawingml/2006/main">
            <a:off x="4638675" y="3467100"/>
            <a:ext cx="2867025" cy="647700"/>
          </a:xfrm>
          <a:prstGeom xmlns:a="http://schemas.openxmlformats.org/drawingml/2006/main" prst="rect">
            <a:avLst/>
          </a:prstGeom>
          <a:solidFill xmlns:a="http://schemas.openxmlformats.org/drawingml/2006/main">
            <a:srgbClr val="FAEFE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42169AB-38AC-4988-8ECC-870475B1FEC5}"/>
              </a:ext>
            </a:extLst>
          </p:cNvPr>
          <p:cNvSpPr>
            <a:spLocks xmlns:a="http://schemas.openxmlformats.org/drawingml/2006/main" noGrp="1"/>
          </p:cNvSpPr>
          <p:nvPr/>
        </p:nvSpPr>
        <p:spPr>
          <a:xfrm xmlns:a="http://schemas.openxmlformats.org/drawingml/2006/main">
            <a:off x="4791075" y="361950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C77D70"/>
                </a:solidFill>
                <a:latin typeface="DejaVu Sans"/>
                <a:ea typeface="DejaVu Sans"/>
                <a:cs typeface="DejaVu Sans"/>
              </a:defRPr>
            </a:defPPr>
          </a:lstStyle>
          <a:p xmlns:a="http://schemas.openxmlformats.org/drawingml/2006/main">
            <a:pPr>
              <a:defRPr sz="1575" b="1">
                <a:solidFill>
                  <a:srgbClr val="C77D70"/>
                </a:solidFill>
                <a:latin typeface="DejaVu Sans"/>
                <a:ea typeface="DejaVu Sans"/>
                <a:cs typeface="DejaVu Sans"/>
              </a:defRPr>
            </a:pPr>
            <a:r>
              <a:rPr sz="1575" b="1">
                <a:solidFill>
                  <a:srgbClr val="C77D70"/>
                </a:solidFill>
                <a:latin typeface="DejaVu Sans"/>
                <a:ea typeface="DejaVu Sans"/>
                <a:cs typeface="DejaVu Sans"/>
              </a:rPr>
              <a:t>Control the movement</a:t>
            </a:r>
          </a:p>
        </p:txBody>
      </p:sp>
      <p:sp>
        <p:nvSpPr>
          <p:cNvPr id="16" name="">
            <a:extLst xmlns:a="http://schemas.openxmlformats.org/drawingml/2006/main">
              <a:ext uri="{FF2B5EF4-FFF2-40B4-BE49-F238E27FC236}">
                <a16:creationId xmlns:a16="http://schemas.microsoft.com/office/drawing/2014/main" id="{9201C4EF-A56D-44D2-AFE7-9002437983F4}"/>
              </a:ext>
            </a:extLst>
          </p:cNvPr>
          <p:cNvSpPr>
            <a:spLocks xmlns:a="http://schemas.openxmlformats.org/drawingml/2006/main" noGrp="1"/>
          </p:cNvSpPr>
          <p:nvPr/>
        </p:nvSpPr>
        <p:spPr>
          <a:xfrm xmlns:a="http://schemas.openxmlformats.org/drawingml/2006/main">
            <a:off x="4638675" y="4324350"/>
            <a:ext cx="2867025" cy="647700"/>
          </a:xfrm>
          <a:prstGeom xmlns:a="http://schemas.openxmlformats.org/drawingml/2006/main" prst="rect">
            <a:avLst/>
          </a:prstGeom>
          <a:solidFill xmlns:a="http://schemas.openxmlformats.org/drawingml/2006/main">
            <a:srgbClr val="F8F3E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1CF251-05A1-4BCA-B55C-789E769C3181}"/>
              </a:ext>
            </a:extLst>
          </p:cNvPr>
          <p:cNvSpPr>
            <a:spLocks xmlns:a="http://schemas.openxmlformats.org/drawingml/2006/main" noGrp="1"/>
          </p:cNvSpPr>
          <p:nvPr/>
        </p:nvSpPr>
        <p:spPr>
          <a:xfrm xmlns:a="http://schemas.openxmlformats.org/drawingml/2006/main">
            <a:off x="4791075" y="4476750"/>
            <a:ext cx="2552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B984C"/>
                </a:solidFill>
                <a:latin typeface="DejaVu Sans"/>
                <a:ea typeface="DejaVu Sans"/>
                <a:cs typeface="DejaVu Sans"/>
              </a:defRPr>
            </a:defPPr>
          </a:lstStyle>
          <a:p xmlns:a="http://schemas.openxmlformats.org/drawingml/2006/main">
            <a:pPr>
              <a:defRPr sz="1575" b="1">
                <a:solidFill>
                  <a:srgbClr val="BB984C"/>
                </a:solidFill>
                <a:latin typeface="DejaVu Sans"/>
                <a:ea typeface="DejaVu Sans"/>
                <a:cs typeface="DejaVu Sans"/>
              </a:defRPr>
            </a:pPr>
            <a:r>
              <a:rPr sz="1575" b="1">
                <a:solidFill>
                  <a:srgbClr val="BB984C"/>
                </a:solidFill>
                <a:latin typeface="DejaVu Sans"/>
                <a:ea typeface="DejaVu Sans"/>
                <a:cs typeface="DejaVu Sans"/>
              </a:rPr>
              <a:t>Measure &amp; adjust</a:t>
            </a:r>
          </a:p>
        </p:txBody>
      </p:sp>
      <p:sp>
        <p:nvSpPr>
          <p:cNvPr id="18" name="">
            <a:extLst xmlns:a="http://schemas.openxmlformats.org/drawingml/2006/main">
              <a:ext uri="{FF2B5EF4-FFF2-40B4-BE49-F238E27FC236}">
                <a16:creationId xmlns:a16="http://schemas.microsoft.com/office/drawing/2014/main" id="{4DB4DB1E-7C73-4DC6-868B-905C6A347324}"/>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458CB8A-7CAD-4A2B-9D51-586FFF4D967A}"/>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Transfer the system thinking. Adapt the planning to the manufacturing task.</a:t>
            </a:r>
          </a:p>
        </p:txBody>
      </p:sp>
    </p:spTree>
    <p:extLst>
      <p:ext uri="{BB962C8B-B14F-4D97-AF65-F5344CB8AC3E}">
        <p14:creationId xmlns:p14="http://schemas.microsoft.com/office/powerpoint/2010/main" val="108870977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E03E9BC-DA74-4259-BB42-56F8372A003D}"/>
              </a:ext>
            </a:extLst>
          </p:cNvPr>
          <p:cNvPicPr>
            <a:picLocks xmlns:a="http://schemas.openxmlformats.org/drawingml/2006/main" noChangeAspect="1"/>
          </p:cNvPicPr>
          <p:nvPr/>
        </p:nvPicPr>
        <p:blipFill>
          <a:blip xmlns:r="http://schemas.openxmlformats.org/officeDocument/2006/relationships" xmlns:a="http://schemas.openxmlformats.org/drawingml/2006/main" r:embed="R8233e0fddffb4ba6"/>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CBD5FBC-D0F0-4046-A720-7703ECD5A361}"/>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Beyond engineering</a:t>
            </a:r>
          </a:p>
        </p:txBody>
      </p:sp>
      <p:sp>
        <p:nvSpPr>
          <p:cNvPr id="3" name="">
            <a:extLst xmlns:a="http://schemas.openxmlformats.org/drawingml/2006/main">
              <a:ext uri="{FF2B5EF4-FFF2-40B4-BE49-F238E27FC236}">
                <a16:creationId xmlns:a16="http://schemas.microsoft.com/office/drawing/2014/main" id="{FA7475DA-9EB3-492A-9273-77457B4D9578}"/>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05</a:t>
            </a:r>
          </a:p>
        </p:txBody>
      </p:sp>
      <p:pic>
        <p:nvPicPr>
          <p:cNvPr id="4" name="">
            <a:extLst xmlns:a="http://schemas.openxmlformats.org/drawingml/2006/main">
              <a:ext uri="{FF2B5EF4-FFF2-40B4-BE49-F238E27FC236}">
                <a16:creationId xmlns:a16="http://schemas.microsoft.com/office/drawing/2014/main" id="{85059AF2-5D42-42E6-82BF-BAC4CAEE1949}"/>
              </a:ext>
            </a:extLst>
          </p:cNvPr>
          <p:cNvPicPr>
            <a:picLocks xmlns:a="http://schemas.openxmlformats.org/drawingml/2006/main" noChangeAspect="1"/>
          </p:cNvPicPr>
          <p:nvPr/>
        </p:nvPicPr>
        <p:blipFill>
          <a:blip xmlns:r="http://schemas.openxmlformats.org/officeDocument/2006/relationships" xmlns:a="http://schemas.openxmlformats.org/drawingml/2006/main" r:embed="R14508155d1164396"/>
          <a:srcRect xmlns:a="http://schemas.openxmlformats.org/drawingml/2006/main" l="0" t="18258" r="0" b="18258"/>
          <a:stretch xmlns:a="http://schemas.openxmlformats.org/drawingml/2006/main">
            <a:fillRect l="0" t="0" r="0" b="0"/>
          </a:stretch>
        </p:blipFill>
        <p:spPr>
          <a:xfrm xmlns:a="http://schemas.openxmlformats.org/drawingml/2006/main">
            <a:off x="609600" y="1771650"/>
            <a:ext cx="3390900" cy="2152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9FF098D-02C1-4273-8E01-E398A9AB8439}"/>
              </a:ext>
            </a:extLst>
          </p:cNvPr>
          <p:cNvSpPr>
            <a:spLocks xmlns:a="http://schemas.openxmlformats.org/drawingml/2006/main" noGrp="1"/>
          </p:cNvSpPr>
          <p:nvPr/>
        </p:nvSpPr>
        <p:spPr>
          <a:xfrm xmlns:a="http://schemas.openxmlformats.org/drawingml/2006/main">
            <a:off x="6096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98F91"/>
                </a:solidFill>
                <a:latin typeface="DejaVu Sans"/>
                <a:ea typeface="DejaVu Sans"/>
                <a:cs typeface="DejaVu Sans"/>
              </a:defRPr>
            </a:defPPr>
          </a:lstStyle>
          <a:p xmlns:a="http://schemas.openxmlformats.org/drawingml/2006/main">
            <a:pPr>
              <a:defRPr sz="2025" b="1">
                <a:solidFill>
                  <a:srgbClr val="398F91"/>
                </a:solidFill>
                <a:latin typeface="DejaVu Sans"/>
                <a:ea typeface="DejaVu Sans"/>
                <a:cs typeface="DejaVu Sans"/>
              </a:defRPr>
            </a:pPr>
            <a:r>
              <a:rPr sz="2025" b="1">
                <a:solidFill>
                  <a:srgbClr val="398F91"/>
                </a:solidFill>
                <a:latin typeface="DejaVu Sans"/>
                <a:ea typeface="DejaVu Sans"/>
                <a:cs typeface="DejaVu Sans"/>
              </a:rPr>
              <a:t>Dance &amp; acting</a:t>
            </a:r>
          </a:p>
        </p:txBody>
      </p:sp>
      <p:sp>
        <p:nvSpPr>
          <p:cNvPr id="6" name="">
            <a:extLst xmlns:a="http://schemas.openxmlformats.org/drawingml/2006/main">
              <a:ext uri="{FF2B5EF4-FFF2-40B4-BE49-F238E27FC236}">
                <a16:creationId xmlns:a16="http://schemas.microsoft.com/office/drawing/2014/main" id="{DF7D958F-A972-4EF6-BA08-A33AF12DFE51}"/>
              </a:ext>
            </a:extLst>
          </p:cNvPr>
          <p:cNvSpPr>
            <a:spLocks xmlns:a="http://schemas.openxmlformats.org/drawingml/2006/main" noGrp="1"/>
          </p:cNvSpPr>
          <p:nvPr/>
        </p:nvSpPr>
        <p:spPr>
          <a:xfrm xmlns:a="http://schemas.openxmlformats.org/drawingml/2006/main">
            <a:off x="6096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Creativity and expression</a:t>
            </a:r>
          </a:p>
        </p:txBody>
      </p:sp>
      <p:pic>
        <p:nvPicPr>
          <p:cNvPr id="7" name="">
            <a:extLst xmlns:a="http://schemas.openxmlformats.org/drawingml/2006/main">
              <a:ext uri="{FF2B5EF4-FFF2-40B4-BE49-F238E27FC236}">
                <a16:creationId xmlns:a16="http://schemas.microsoft.com/office/drawing/2014/main" id="{E7331732-A302-4F20-84A6-3F3C4F9A0C3D}"/>
              </a:ext>
            </a:extLst>
          </p:cNvPr>
          <p:cNvPicPr>
            <a:picLocks xmlns:a="http://schemas.openxmlformats.org/drawingml/2006/main" noChangeAspect="1"/>
          </p:cNvPicPr>
          <p:nvPr/>
        </p:nvPicPr>
        <p:blipFill>
          <a:blip xmlns:r="http://schemas.openxmlformats.org/officeDocument/2006/relationships" xmlns:a="http://schemas.openxmlformats.org/drawingml/2006/main" r:embed="Rf7ba9808e0fa4d8d"/>
          <a:srcRect xmlns:a="http://schemas.openxmlformats.org/drawingml/2006/main" l="0" t="18258" r="0" b="18258"/>
          <a:stretch xmlns:a="http://schemas.openxmlformats.org/drawingml/2006/main">
            <a:fillRect l="0" t="0" r="0" b="0"/>
          </a:stretch>
        </p:blipFill>
        <p:spPr>
          <a:xfrm xmlns:a="http://schemas.openxmlformats.org/drawingml/2006/main">
            <a:off x="4305300" y="1771650"/>
            <a:ext cx="3390900" cy="2152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27FDFD2-28E7-40AF-A2EB-D7E5A8D6BF4F}"/>
              </a:ext>
            </a:extLst>
          </p:cNvPr>
          <p:cNvSpPr>
            <a:spLocks xmlns:a="http://schemas.openxmlformats.org/drawingml/2006/main" noGrp="1"/>
          </p:cNvSpPr>
          <p:nvPr/>
        </p:nvSpPr>
        <p:spPr>
          <a:xfrm xmlns:a="http://schemas.openxmlformats.org/drawingml/2006/main">
            <a:off x="43053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618AA7"/>
                </a:solidFill>
                <a:latin typeface="DejaVu Sans"/>
                <a:ea typeface="DejaVu Sans"/>
                <a:cs typeface="DejaVu Sans"/>
              </a:defRPr>
            </a:defPPr>
          </a:lstStyle>
          <a:p xmlns:a="http://schemas.openxmlformats.org/drawingml/2006/main">
            <a:pPr>
              <a:defRPr sz="2025" b="1">
                <a:solidFill>
                  <a:srgbClr val="618AA7"/>
                </a:solidFill>
                <a:latin typeface="DejaVu Sans"/>
                <a:ea typeface="DejaVu Sans"/>
                <a:cs typeface="DejaVu Sans"/>
              </a:defRPr>
            </a:pPr>
            <a:r>
              <a:rPr sz="2025" b="1">
                <a:solidFill>
                  <a:srgbClr val="618AA7"/>
                </a:solidFill>
                <a:latin typeface="DejaVu Sans"/>
                <a:ea typeface="DejaVu Sans"/>
                <a:cs typeface="DejaVu Sans"/>
              </a:rPr>
              <a:t>Fitness</a:t>
            </a:r>
          </a:p>
        </p:txBody>
      </p:sp>
      <p:sp>
        <p:nvSpPr>
          <p:cNvPr id="9" name="">
            <a:extLst xmlns:a="http://schemas.openxmlformats.org/drawingml/2006/main">
              <a:ext uri="{FF2B5EF4-FFF2-40B4-BE49-F238E27FC236}">
                <a16:creationId xmlns:a16="http://schemas.microsoft.com/office/drawing/2014/main" id="{27A4A12B-80C6-459E-A4D9-5FE06046853D}"/>
              </a:ext>
            </a:extLst>
          </p:cNvPr>
          <p:cNvSpPr>
            <a:spLocks xmlns:a="http://schemas.openxmlformats.org/drawingml/2006/main" noGrp="1"/>
          </p:cNvSpPr>
          <p:nvPr/>
        </p:nvSpPr>
        <p:spPr>
          <a:xfrm xmlns:a="http://schemas.openxmlformats.org/drawingml/2006/main">
            <a:off x="43053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Energy and consistency</a:t>
            </a:r>
          </a:p>
        </p:txBody>
      </p:sp>
      <p:pic>
        <p:nvPicPr>
          <p:cNvPr id="10" name="">
            <a:extLst xmlns:a="http://schemas.openxmlformats.org/drawingml/2006/main">
              <a:ext uri="{FF2B5EF4-FFF2-40B4-BE49-F238E27FC236}">
                <a16:creationId xmlns:a16="http://schemas.microsoft.com/office/drawing/2014/main" id="{D1D217F2-568C-4DF8-B84C-F13FB7AC080C}"/>
              </a:ext>
            </a:extLst>
          </p:cNvPr>
          <p:cNvPicPr>
            <a:picLocks xmlns:a="http://schemas.openxmlformats.org/drawingml/2006/main" noChangeAspect="1"/>
          </p:cNvPicPr>
          <p:nvPr/>
        </p:nvPicPr>
        <p:blipFill>
          <a:blip xmlns:r="http://schemas.openxmlformats.org/officeDocument/2006/relationships" xmlns:a="http://schemas.openxmlformats.org/drawingml/2006/main" r:embed="R38a74fd516e144ef"/>
          <a:srcRect xmlns:a="http://schemas.openxmlformats.org/drawingml/2006/main" l="0" t="18258" r="0" b="18258"/>
          <a:stretch xmlns:a="http://schemas.openxmlformats.org/drawingml/2006/main">
            <a:fillRect l="0" t="0" r="0" b="0"/>
          </a:stretch>
        </p:blipFill>
        <p:spPr>
          <a:xfrm xmlns:a="http://schemas.openxmlformats.org/drawingml/2006/main">
            <a:off x="8001000" y="1771650"/>
            <a:ext cx="3390900" cy="2152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9B8D076-2FF6-48CE-9AA9-2C7CD2EFB83D}"/>
              </a:ext>
            </a:extLst>
          </p:cNvPr>
          <p:cNvSpPr>
            <a:spLocks xmlns:a="http://schemas.openxmlformats.org/drawingml/2006/main" noGrp="1"/>
          </p:cNvSpPr>
          <p:nvPr/>
        </p:nvSpPr>
        <p:spPr>
          <a:xfrm xmlns:a="http://schemas.openxmlformats.org/drawingml/2006/main">
            <a:off x="80010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77D70"/>
                </a:solidFill>
                <a:latin typeface="DejaVu Sans"/>
                <a:ea typeface="DejaVu Sans"/>
                <a:cs typeface="DejaVu Sans"/>
              </a:defRPr>
            </a:defPPr>
          </a:lstStyle>
          <a:p xmlns:a="http://schemas.openxmlformats.org/drawingml/2006/main">
            <a:pPr>
              <a:defRPr sz="2025" b="1">
                <a:solidFill>
                  <a:srgbClr val="C77D70"/>
                </a:solidFill>
                <a:latin typeface="DejaVu Sans"/>
                <a:ea typeface="DejaVu Sans"/>
                <a:cs typeface="DejaVu Sans"/>
              </a:defRPr>
            </a:pPr>
            <a:r>
              <a:rPr sz="2025" b="1">
                <a:solidFill>
                  <a:srgbClr val="C77D70"/>
                </a:solidFill>
                <a:latin typeface="DejaVu Sans"/>
                <a:ea typeface="DejaVu Sans"/>
                <a:cs typeface="DejaVu Sans"/>
              </a:rPr>
              <a:t>Travel &amp; the outdoors</a:t>
            </a:r>
          </a:p>
        </p:txBody>
      </p:sp>
      <p:sp>
        <p:nvSpPr>
          <p:cNvPr id="12" name="">
            <a:extLst xmlns:a="http://schemas.openxmlformats.org/drawingml/2006/main">
              <a:ext uri="{FF2B5EF4-FFF2-40B4-BE49-F238E27FC236}">
                <a16:creationId xmlns:a16="http://schemas.microsoft.com/office/drawing/2014/main" id="{54E4D59C-3886-4AB4-8A23-256A43E31796}"/>
              </a:ext>
            </a:extLst>
          </p:cNvPr>
          <p:cNvSpPr>
            <a:spLocks xmlns:a="http://schemas.openxmlformats.org/drawingml/2006/main" noGrp="1"/>
          </p:cNvSpPr>
          <p:nvPr/>
        </p:nvSpPr>
        <p:spPr>
          <a:xfrm xmlns:a="http://schemas.openxmlformats.org/drawingml/2006/main">
            <a:off x="80010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Trekking, hiking and discovery</a:t>
            </a:r>
          </a:p>
        </p:txBody>
      </p:sp>
    </p:spTree>
    <p:extLst>
      <p:ext uri="{BB962C8B-B14F-4D97-AF65-F5344CB8AC3E}">
        <p14:creationId xmlns:p14="http://schemas.microsoft.com/office/powerpoint/2010/main" val="5435669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9E96C65-F028-4166-A0CD-90207C190902}"/>
              </a:ext>
            </a:extLst>
          </p:cNvPr>
          <p:cNvPicPr>
            <a:picLocks xmlns:a="http://schemas.openxmlformats.org/drawingml/2006/main" noChangeAspect="1"/>
          </p:cNvPicPr>
          <p:nvPr/>
        </p:nvPicPr>
        <p:blipFill>
          <a:blip xmlns:r="http://schemas.openxmlformats.org/officeDocument/2006/relationships" xmlns:a="http://schemas.openxmlformats.org/drawingml/2006/main" r:embed="R684a21f07d424097"/>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388266-2DC4-4301-A48C-A3C90E23E90B}"/>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My Airbus journey: from paths to task intelligence</a:t>
            </a:r>
          </a:p>
        </p:txBody>
      </p:sp>
      <p:sp>
        <p:nvSpPr>
          <p:cNvPr id="3" name="">
            <a:extLst xmlns:a="http://schemas.openxmlformats.org/drawingml/2006/main">
              <a:ext uri="{FF2B5EF4-FFF2-40B4-BE49-F238E27FC236}">
                <a16:creationId xmlns:a16="http://schemas.microsoft.com/office/drawing/2014/main" id="{23195EE3-E407-415E-BF93-96F060EBFA1F}"/>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06</a:t>
            </a:r>
          </a:p>
        </p:txBody>
      </p:sp>
      <p:pic>
        <p:nvPicPr>
          <p:cNvPr id="4" name="">
            <a:extLst xmlns:a="http://schemas.openxmlformats.org/drawingml/2006/main">
              <a:ext uri="{FF2B5EF4-FFF2-40B4-BE49-F238E27FC236}">
                <a16:creationId xmlns:a16="http://schemas.microsoft.com/office/drawing/2014/main" id="{34ECE764-E7EE-46ED-9A88-8B7BD763E89B}"/>
              </a:ext>
            </a:extLst>
          </p:cNvPr>
          <p:cNvPicPr>
            <a:picLocks xmlns:a="http://schemas.openxmlformats.org/drawingml/2006/main" noChangeAspect="1"/>
          </p:cNvPicPr>
          <p:nvPr/>
        </p:nvPicPr>
        <p:blipFill>
          <a:blip xmlns:r="http://schemas.openxmlformats.org/officeDocument/2006/relationships" xmlns:a="http://schemas.openxmlformats.org/drawingml/2006/main" r:embed="R35f39e14429b4e95"/>
          <a:srcRect xmlns:a="http://schemas.openxmlformats.org/drawingml/2006/main" l="5673" t="0" r="5673" b="0"/>
          <a:stretch xmlns:a="http://schemas.openxmlformats.org/drawingml/2006/main">
            <a:fillRect l="0" t="0" r="0" b="0"/>
          </a:stretch>
        </p:blipFill>
        <p:spPr>
          <a:xfrm xmlns:a="http://schemas.openxmlformats.org/drawingml/2006/main">
            <a:off x="609600" y="1771650"/>
            <a:ext cx="3390900" cy="2152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961B3DA-DF51-47ED-B249-3D945012C4CD}"/>
              </a:ext>
            </a:extLst>
          </p:cNvPr>
          <p:cNvSpPr>
            <a:spLocks xmlns:a="http://schemas.openxmlformats.org/drawingml/2006/main" noGrp="1"/>
          </p:cNvSpPr>
          <p:nvPr/>
        </p:nvSpPr>
        <p:spPr>
          <a:xfrm xmlns:a="http://schemas.openxmlformats.org/drawingml/2006/main">
            <a:off x="6096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98F91"/>
                </a:solidFill>
                <a:latin typeface="DejaVu Sans"/>
                <a:ea typeface="DejaVu Sans"/>
                <a:cs typeface="DejaVu Sans"/>
              </a:defRPr>
            </a:defPPr>
          </a:lstStyle>
          <a:p xmlns:a="http://schemas.openxmlformats.org/drawingml/2006/main">
            <a:pPr>
              <a:defRPr sz="2025" b="1">
                <a:solidFill>
                  <a:srgbClr val="398F91"/>
                </a:solidFill>
                <a:latin typeface="DejaVu Sans"/>
                <a:ea typeface="DejaVu Sans"/>
                <a:cs typeface="DejaVu Sans"/>
              </a:defRPr>
            </a:pPr>
            <a:r>
              <a:rPr sz="2025" b="1">
                <a:solidFill>
                  <a:srgbClr val="398F91"/>
                </a:solidFill>
                <a:latin typeface="DejaVu Sans"/>
                <a:ea typeface="DejaVu Sans"/>
                <a:cs typeface="DejaVu Sans"/>
              </a:rPr>
              <a:t>REACT</a:t>
            </a:r>
          </a:p>
        </p:txBody>
      </p:sp>
      <p:sp>
        <p:nvSpPr>
          <p:cNvPr id="6" name="">
            <a:extLst xmlns:a="http://schemas.openxmlformats.org/drawingml/2006/main">
              <a:ext uri="{FF2B5EF4-FFF2-40B4-BE49-F238E27FC236}">
                <a16:creationId xmlns:a16="http://schemas.microsoft.com/office/drawing/2014/main" id="{A626F7A8-FFF6-4F83-AC54-CDD409A82445}"/>
              </a:ext>
            </a:extLst>
          </p:cNvPr>
          <p:cNvSpPr>
            <a:spLocks xmlns:a="http://schemas.openxmlformats.org/drawingml/2006/main" noGrp="1"/>
          </p:cNvSpPr>
          <p:nvPr/>
        </p:nvSpPr>
        <p:spPr>
          <a:xfrm xmlns:a="http://schemas.openxmlformats.org/drawingml/2006/main">
            <a:off x="6096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Constrained planning</a:t>
            </a:r>
          </a:p>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and task supervision</a:t>
            </a:r>
          </a:p>
        </p:txBody>
      </p:sp>
      <p:pic>
        <p:nvPicPr>
          <p:cNvPr id="7" name="">
            <a:extLst xmlns:a="http://schemas.openxmlformats.org/drawingml/2006/main">
              <a:ext uri="{FF2B5EF4-FFF2-40B4-BE49-F238E27FC236}">
                <a16:creationId xmlns:a16="http://schemas.microsoft.com/office/drawing/2014/main" id="{1B51E89F-AAA7-46ED-927D-0718C7D1DC4E}"/>
              </a:ext>
            </a:extLst>
          </p:cNvPr>
          <p:cNvPicPr>
            <a:picLocks xmlns:a="http://schemas.openxmlformats.org/drawingml/2006/main" noChangeAspect="1"/>
          </p:cNvPicPr>
          <p:nvPr/>
        </p:nvPicPr>
        <p:blipFill>
          <a:blip xmlns:r="http://schemas.openxmlformats.org/officeDocument/2006/relationships" xmlns:a="http://schemas.openxmlformats.org/drawingml/2006/main" r:embed="R7d2c8865b7024366"/>
          <a:srcRect xmlns:a="http://schemas.openxmlformats.org/drawingml/2006/main" l="0" t="24598" r="0" b="24598"/>
          <a:stretch xmlns:a="http://schemas.openxmlformats.org/drawingml/2006/main">
            <a:fillRect l="0" t="0" r="0" b="0"/>
          </a:stretch>
        </p:blipFill>
        <p:spPr>
          <a:xfrm xmlns:a="http://schemas.openxmlformats.org/drawingml/2006/main">
            <a:off x="4305300" y="1771650"/>
            <a:ext cx="3390900" cy="2152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B25044B-9FA3-44D4-94FE-488123E06EA3}"/>
              </a:ext>
            </a:extLst>
          </p:cNvPr>
          <p:cNvSpPr>
            <a:spLocks xmlns:a="http://schemas.openxmlformats.org/drawingml/2006/main" noGrp="1"/>
          </p:cNvSpPr>
          <p:nvPr/>
        </p:nvSpPr>
        <p:spPr>
          <a:xfrm xmlns:a="http://schemas.openxmlformats.org/drawingml/2006/main">
            <a:off x="43053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618AA7"/>
                </a:solidFill>
                <a:latin typeface="DejaVu Sans"/>
                <a:ea typeface="DejaVu Sans"/>
                <a:cs typeface="DejaVu Sans"/>
              </a:defRPr>
            </a:defPPr>
          </a:lstStyle>
          <a:p xmlns:a="http://schemas.openxmlformats.org/drawingml/2006/main">
            <a:pPr>
              <a:defRPr sz="2025" b="1">
                <a:solidFill>
                  <a:srgbClr val="618AA7"/>
                </a:solidFill>
                <a:latin typeface="DejaVu Sans"/>
                <a:ea typeface="DejaVu Sans"/>
                <a:cs typeface="DejaVu Sans"/>
              </a:defRPr>
            </a:pPr>
            <a:r>
              <a:rPr sz="2025" b="1">
                <a:solidFill>
                  <a:srgbClr val="618AA7"/>
                </a:solidFill>
                <a:latin typeface="DejaVu Sans"/>
                <a:ea typeface="DejaVu Sans"/>
                <a:cs typeface="DejaVu Sans"/>
              </a:rPr>
              <a:t>Primer-skin NDT</a:t>
            </a:r>
          </a:p>
        </p:txBody>
      </p:sp>
      <p:sp>
        <p:nvSpPr>
          <p:cNvPr id="9" name="">
            <a:extLst xmlns:a="http://schemas.openxmlformats.org/drawingml/2006/main">
              <a:ext uri="{FF2B5EF4-FFF2-40B4-BE49-F238E27FC236}">
                <a16:creationId xmlns:a16="http://schemas.microsoft.com/office/drawing/2014/main" id="{DB7EA3EA-D601-4D3E-B82A-C414A5617A13}"/>
              </a:ext>
            </a:extLst>
          </p:cNvPr>
          <p:cNvSpPr>
            <a:spLocks xmlns:a="http://schemas.openxmlformats.org/drawingml/2006/main" noGrp="1"/>
          </p:cNvSpPr>
          <p:nvPr/>
        </p:nvSpPr>
        <p:spPr>
          <a:xfrm xmlns:a="http://schemas.openxmlformats.org/drawingml/2006/main">
            <a:off x="43053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Robot motion for</a:t>
            </a:r>
          </a:p>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panel inspection</a:t>
            </a:r>
          </a:p>
        </p:txBody>
      </p:sp>
      <p:pic>
        <p:nvPicPr>
          <p:cNvPr id="10" name="">
            <a:extLst xmlns:a="http://schemas.openxmlformats.org/drawingml/2006/main">
              <a:ext uri="{FF2B5EF4-FFF2-40B4-BE49-F238E27FC236}">
                <a16:creationId xmlns:a16="http://schemas.microsoft.com/office/drawing/2014/main" id="{CEEDF879-10DF-478C-8E4E-94B74A130A76}"/>
              </a:ext>
            </a:extLst>
          </p:cNvPr>
          <p:cNvPicPr>
            <a:picLocks xmlns:a="http://schemas.openxmlformats.org/drawingml/2006/main" noChangeAspect="1"/>
          </p:cNvPicPr>
          <p:nvPr/>
        </p:nvPicPr>
        <p:blipFill>
          <a:blip xmlns:r="http://schemas.openxmlformats.org/officeDocument/2006/relationships" xmlns:a="http://schemas.openxmlformats.org/drawingml/2006/main" r:embed="Rbd6d83aa57fd436b"/>
          <a:srcRect xmlns:a="http://schemas.openxmlformats.org/drawingml/2006/main" l="0" t="18258" r="0" b="18258"/>
          <a:stretch xmlns:a="http://schemas.openxmlformats.org/drawingml/2006/main">
            <a:fillRect l="0" t="0" r="0" b="0"/>
          </a:stretch>
        </p:blipFill>
        <p:spPr>
          <a:xfrm xmlns:a="http://schemas.openxmlformats.org/drawingml/2006/main">
            <a:off x="8001000" y="1771650"/>
            <a:ext cx="3390900" cy="2152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D76C7AB-E90A-4884-8C2B-C07FBD40DE07}"/>
              </a:ext>
            </a:extLst>
          </p:cNvPr>
          <p:cNvSpPr>
            <a:spLocks xmlns:a="http://schemas.openxmlformats.org/drawingml/2006/main" noGrp="1"/>
          </p:cNvSpPr>
          <p:nvPr/>
        </p:nvSpPr>
        <p:spPr>
          <a:xfrm xmlns:a="http://schemas.openxmlformats.org/drawingml/2006/main">
            <a:off x="80010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77D70"/>
                </a:solidFill>
                <a:latin typeface="DejaVu Sans"/>
                <a:ea typeface="DejaVu Sans"/>
                <a:cs typeface="DejaVu Sans"/>
              </a:defRPr>
            </a:defPPr>
          </a:lstStyle>
          <a:p xmlns:a="http://schemas.openxmlformats.org/drawingml/2006/main">
            <a:pPr>
              <a:defRPr sz="2025" b="1">
                <a:solidFill>
                  <a:srgbClr val="C77D70"/>
                </a:solidFill>
                <a:latin typeface="DejaVu Sans"/>
                <a:ea typeface="DejaVu Sans"/>
                <a:cs typeface="DejaVu Sans"/>
              </a:defRPr>
            </a:pPr>
            <a:r>
              <a:rPr sz="2025" b="1">
                <a:solidFill>
                  <a:srgbClr val="C77D70"/>
                </a:solidFill>
                <a:latin typeface="DejaVu Sans"/>
                <a:ea typeface="DejaVu Sans"/>
                <a:cs typeface="DejaVu Sans"/>
              </a:rPr>
              <a:t>Intelligent scan plan</a:t>
            </a:r>
          </a:p>
        </p:txBody>
      </p:sp>
      <p:sp>
        <p:nvSpPr>
          <p:cNvPr id="12" name="">
            <a:extLst xmlns:a="http://schemas.openxmlformats.org/drawingml/2006/main">
              <a:ext uri="{FF2B5EF4-FFF2-40B4-BE49-F238E27FC236}">
                <a16:creationId xmlns:a16="http://schemas.microsoft.com/office/drawing/2014/main" id="{8D399C82-E055-46F2-AE41-8306DE3DDC4C}"/>
              </a:ext>
            </a:extLst>
          </p:cNvPr>
          <p:cNvSpPr>
            <a:spLocks xmlns:a="http://schemas.openxmlformats.org/drawingml/2006/main" noGrp="1"/>
          </p:cNvSpPr>
          <p:nvPr/>
        </p:nvSpPr>
        <p:spPr>
          <a:xfrm xmlns:a="http://schemas.openxmlformats.org/drawingml/2006/main">
            <a:off x="80010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Defect sequencing</a:t>
            </a:r>
          </a:p>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and targeted rescans</a:t>
            </a:r>
          </a:p>
        </p:txBody>
      </p:sp>
      <p:sp>
        <p:nvSpPr>
          <p:cNvPr id="13" name="">
            <a:extLst xmlns:a="http://schemas.openxmlformats.org/drawingml/2006/main">
              <a:ext uri="{FF2B5EF4-FFF2-40B4-BE49-F238E27FC236}">
                <a16:creationId xmlns:a16="http://schemas.microsoft.com/office/drawing/2014/main" id="{2DF0EFF4-D00F-4C62-9A51-BF03A970068B}"/>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74CD575-2A40-499C-A1AA-7C8502A70294}"/>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Next horizon: reuse these capabilities across manufacturing applications.</a:t>
            </a:r>
          </a:p>
        </p:txBody>
      </p:sp>
    </p:spTree>
    <p:extLst>
      <p:ext uri="{BB962C8B-B14F-4D97-AF65-F5344CB8AC3E}">
        <p14:creationId xmlns:p14="http://schemas.microsoft.com/office/powerpoint/2010/main" val="16264796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8099B2E-72C6-4BBF-BF68-71A212E04C96}"/>
              </a:ext>
            </a:extLst>
          </p:cNvPr>
          <p:cNvPicPr>
            <a:picLocks xmlns:a="http://schemas.openxmlformats.org/drawingml/2006/main" noChangeAspect="1"/>
          </p:cNvPicPr>
          <p:nvPr/>
        </p:nvPicPr>
        <p:blipFill>
          <a:blip xmlns:r="http://schemas.openxmlformats.org/officeDocument/2006/relationships" xmlns:a="http://schemas.openxmlformats.org/drawingml/2006/main" r:embed="R840cebcd293d4e8c"/>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360A083-4D3E-4BDC-9512-6C2B8E9E02EB}"/>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The task determines the way to move</a:t>
            </a:r>
          </a:p>
        </p:txBody>
      </p:sp>
      <p:sp>
        <p:nvSpPr>
          <p:cNvPr id="3" name="">
            <a:extLst xmlns:a="http://schemas.openxmlformats.org/drawingml/2006/main">
              <a:ext uri="{FF2B5EF4-FFF2-40B4-BE49-F238E27FC236}">
                <a16:creationId xmlns:a16="http://schemas.microsoft.com/office/drawing/2014/main" id="{91612CB8-2BD9-409D-9AFE-DAABC22FEB45}"/>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07</a:t>
            </a:r>
          </a:p>
        </p:txBody>
      </p:sp>
      <p:pic>
        <p:nvPicPr>
          <p:cNvPr id="4" name="">
            <a:extLst xmlns:a="http://schemas.openxmlformats.org/drawingml/2006/main">
              <a:ext uri="{FF2B5EF4-FFF2-40B4-BE49-F238E27FC236}">
                <a16:creationId xmlns:a16="http://schemas.microsoft.com/office/drawing/2014/main" id="{67396CAD-E986-411A-BC9B-A794C71B08F0}"/>
              </a:ext>
            </a:extLst>
          </p:cNvPr>
          <p:cNvPicPr>
            <a:picLocks xmlns:a="http://schemas.openxmlformats.org/drawingml/2006/main" noChangeAspect="1"/>
          </p:cNvPicPr>
          <p:nvPr/>
        </p:nvPicPr>
        <p:blipFill>
          <a:blip xmlns:r="http://schemas.openxmlformats.org/officeDocument/2006/relationships" xmlns:a="http://schemas.openxmlformats.org/drawingml/2006/main" r:embed="R7b37ffba74e14f00"/>
          <a:srcRect xmlns:a="http://schemas.openxmlformats.org/drawingml/2006/main" l="0" t="18258" r="0" b="18258"/>
          <a:stretch xmlns:a="http://schemas.openxmlformats.org/drawingml/2006/main">
            <a:fillRect l="0" t="0" r="0" b="0"/>
          </a:stretch>
        </p:blipFill>
        <p:spPr>
          <a:xfrm xmlns:a="http://schemas.openxmlformats.org/drawingml/2006/main">
            <a:off x="609600" y="1771650"/>
            <a:ext cx="3390900" cy="2152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88B0B49-530B-4E42-B33D-4AD460359703}"/>
              </a:ext>
            </a:extLst>
          </p:cNvPr>
          <p:cNvSpPr>
            <a:spLocks xmlns:a="http://schemas.openxmlformats.org/drawingml/2006/main" noGrp="1"/>
          </p:cNvSpPr>
          <p:nvPr/>
        </p:nvSpPr>
        <p:spPr>
          <a:xfrm xmlns:a="http://schemas.openxmlformats.org/drawingml/2006/main">
            <a:off x="6096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98F91"/>
                </a:solidFill>
                <a:latin typeface="DejaVu Sans"/>
                <a:ea typeface="DejaVu Sans"/>
                <a:cs typeface="DejaVu Sans"/>
              </a:defRPr>
            </a:defPPr>
          </a:lstStyle>
          <a:p xmlns:a="http://schemas.openxmlformats.org/drawingml/2006/main">
            <a:pPr>
              <a:defRPr sz="2025" b="1">
                <a:solidFill>
                  <a:srgbClr val="398F91"/>
                </a:solidFill>
                <a:latin typeface="DejaVu Sans"/>
                <a:ea typeface="DejaVu Sans"/>
                <a:cs typeface="DejaVu Sans"/>
              </a:defRPr>
            </a:pPr>
            <a:r>
              <a:rPr sz="2025" b="1">
                <a:solidFill>
                  <a:srgbClr val="398F91"/>
                </a:solidFill>
                <a:latin typeface="DejaVu Sans"/>
                <a:ea typeface="DejaVu Sans"/>
                <a:cs typeface="DejaVu Sans"/>
              </a:rPr>
              <a:t>Follow a surface</a:t>
            </a:r>
          </a:p>
        </p:txBody>
      </p:sp>
      <p:sp>
        <p:nvSpPr>
          <p:cNvPr id="6" name="">
            <a:extLst xmlns:a="http://schemas.openxmlformats.org/drawingml/2006/main">
              <a:ext uri="{FF2B5EF4-FFF2-40B4-BE49-F238E27FC236}">
                <a16:creationId xmlns:a16="http://schemas.microsoft.com/office/drawing/2014/main" id="{0F47D1B3-293E-42D7-81CD-FC57FB80D35A}"/>
              </a:ext>
            </a:extLst>
          </p:cNvPr>
          <p:cNvSpPr>
            <a:spLocks xmlns:a="http://schemas.openxmlformats.org/drawingml/2006/main" noGrp="1"/>
          </p:cNvSpPr>
          <p:nvPr/>
        </p:nvSpPr>
        <p:spPr>
          <a:xfrm xmlns:a="http://schemas.openxmlformats.org/drawingml/2006/main">
            <a:off x="6096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Inspection · sanding · cleaning</a:t>
            </a:r>
          </a:p>
        </p:txBody>
      </p:sp>
      <p:pic>
        <p:nvPicPr>
          <p:cNvPr id="7" name="">
            <a:extLst xmlns:a="http://schemas.openxmlformats.org/drawingml/2006/main">
              <a:ext uri="{FF2B5EF4-FFF2-40B4-BE49-F238E27FC236}">
                <a16:creationId xmlns:a16="http://schemas.microsoft.com/office/drawing/2014/main" id="{CDA9406C-1F08-4283-B296-DA0F7AFF1731}"/>
              </a:ext>
            </a:extLst>
          </p:cNvPr>
          <p:cNvPicPr>
            <a:picLocks xmlns:a="http://schemas.openxmlformats.org/drawingml/2006/main" noChangeAspect="1"/>
          </p:cNvPicPr>
          <p:nvPr/>
        </p:nvPicPr>
        <p:blipFill>
          <a:blip xmlns:r="http://schemas.openxmlformats.org/officeDocument/2006/relationships" xmlns:a="http://schemas.openxmlformats.org/drawingml/2006/main" r:embed="Rd91dac0404074d76"/>
          <a:srcRect xmlns:a="http://schemas.openxmlformats.org/drawingml/2006/main" l="0" t="18258" r="0" b="18258"/>
          <a:stretch xmlns:a="http://schemas.openxmlformats.org/drawingml/2006/main">
            <a:fillRect l="0" t="0" r="0" b="0"/>
          </a:stretch>
        </p:blipFill>
        <p:spPr>
          <a:xfrm xmlns:a="http://schemas.openxmlformats.org/drawingml/2006/main">
            <a:off x="4305300" y="1771650"/>
            <a:ext cx="3390900" cy="2152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D3667D3-492E-4642-AD30-396ED0518FAD}"/>
              </a:ext>
            </a:extLst>
          </p:cNvPr>
          <p:cNvSpPr>
            <a:spLocks xmlns:a="http://schemas.openxmlformats.org/drawingml/2006/main" noGrp="1"/>
          </p:cNvSpPr>
          <p:nvPr/>
        </p:nvSpPr>
        <p:spPr>
          <a:xfrm xmlns:a="http://schemas.openxmlformats.org/drawingml/2006/main">
            <a:off x="43053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618AA7"/>
                </a:solidFill>
                <a:latin typeface="DejaVu Sans"/>
                <a:ea typeface="DejaVu Sans"/>
                <a:cs typeface="DejaVu Sans"/>
              </a:defRPr>
            </a:defPPr>
          </a:lstStyle>
          <a:p xmlns:a="http://schemas.openxmlformats.org/drawingml/2006/main">
            <a:pPr>
              <a:defRPr sz="2025" b="1">
                <a:solidFill>
                  <a:srgbClr val="618AA7"/>
                </a:solidFill>
                <a:latin typeface="DejaVu Sans"/>
                <a:ea typeface="DejaVu Sans"/>
                <a:cs typeface="DejaVu Sans"/>
              </a:defRPr>
            </a:pPr>
            <a:r>
              <a:rPr sz="2025" b="1">
                <a:solidFill>
                  <a:srgbClr val="618AA7"/>
                </a:solidFill>
                <a:latin typeface="DejaVu Sans"/>
                <a:ea typeface="DejaVu Sans"/>
                <a:cs typeface="DejaVu Sans"/>
              </a:rPr>
              <a:t>Reach a precise point</a:t>
            </a:r>
          </a:p>
        </p:txBody>
      </p:sp>
      <p:sp>
        <p:nvSpPr>
          <p:cNvPr id="9" name="">
            <a:extLst xmlns:a="http://schemas.openxmlformats.org/drawingml/2006/main">
              <a:ext uri="{FF2B5EF4-FFF2-40B4-BE49-F238E27FC236}">
                <a16:creationId xmlns:a16="http://schemas.microsoft.com/office/drawing/2014/main" id="{71DF9276-C024-4054-88C7-F576762008E4}"/>
              </a:ext>
            </a:extLst>
          </p:cNvPr>
          <p:cNvSpPr>
            <a:spLocks xmlns:a="http://schemas.openxmlformats.org/drawingml/2006/main" noGrp="1"/>
          </p:cNvSpPr>
          <p:nvPr/>
        </p:nvSpPr>
        <p:spPr>
          <a:xfrm xmlns:a="http://schemas.openxmlformats.org/drawingml/2006/main">
            <a:off x="43053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Drilling · alignment</a:t>
            </a:r>
          </a:p>
        </p:txBody>
      </p:sp>
      <p:pic>
        <p:nvPicPr>
          <p:cNvPr id="10" name="">
            <a:extLst xmlns:a="http://schemas.openxmlformats.org/drawingml/2006/main">
              <a:ext uri="{FF2B5EF4-FFF2-40B4-BE49-F238E27FC236}">
                <a16:creationId xmlns:a16="http://schemas.microsoft.com/office/drawing/2014/main" id="{EF7825BC-DCED-4AEE-B871-FBAB28690CBF}"/>
              </a:ext>
            </a:extLst>
          </p:cNvPr>
          <p:cNvPicPr>
            <a:picLocks xmlns:a="http://schemas.openxmlformats.org/drawingml/2006/main" noChangeAspect="1"/>
          </p:cNvPicPr>
          <p:nvPr/>
        </p:nvPicPr>
        <p:blipFill>
          <a:blip xmlns:r="http://schemas.openxmlformats.org/officeDocument/2006/relationships" xmlns:a="http://schemas.openxmlformats.org/drawingml/2006/main" r:embed="R394dc6c533e745e3"/>
          <a:srcRect xmlns:a="http://schemas.openxmlformats.org/drawingml/2006/main" l="0" t="18258" r="0" b="18258"/>
          <a:stretch xmlns:a="http://schemas.openxmlformats.org/drawingml/2006/main">
            <a:fillRect l="0" t="0" r="0" b="0"/>
          </a:stretch>
        </p:blipFill>
        <p:spPr>
          <a:xfrm xmlns:a="http://schemas.openxmlformats.org/drawingml/2006/main">
            <a:off x="8001000" y="1771650"/>
            <a:ext cx="3390900" cy="2152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C82E589-FA45-4378-91DA-8A3368826FCE}"/>
              </a:ext>
            </a:extLst>
          </p:cNvPr>
          <p:cNvSpPr>
            <a:spLocks xmlns:a="http://schemas.openxmlformats.org/drawingml/2006/main" noGrp="1"/>
          </p:cNvSpPr>
          <p:nvPr/>
        </p:nvSpPr>
        <p:spPr>
          <a:xfrm xmlns:a="http://schemas.openxmlformats.org/drawingml/2006/main">
            <a:off x="80010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77D70"/>
                </a:solidFill>
                <a:latin typeface="DejaVu Sans"/>
                <a:ea typeface="DejaVu Sans"/>
                <a:cs typeface="DejaVu Sans"/>
              </a:defRPr>
            </a:defPPr>
          </a:lstStyle>
          <a:p xmlns:a="http://schemas.openxmlformats.org/drawingml/2006/main">
            <a:pPr>
              <a:defRPr sz="2025" b="1">
                <a:solidFill>
                  <a:srgbClr val="C77D70"/>
                </a:solidFill>
                <a:latin typeface="DejaVu Sans"/>
                <a:ea typeface="DejaVu Sans"/>
                <a:cs typeface="DejaVu Sans"/>
              </a:defRPr>
            </a:pPr>
            <a:r>
              <a:rPr sz="2025" b="1">
                <a:solidFill>
                  <a:srgbClr val="C77D70"/>
                </a:solidFill>
                <a:latin typeface="DejaVu Sans"/>
                <a:ea typeface="DejaVu Sans"/>
                <a:cs typeface="DejaVu Sans"/>
              </a:rPr>
              <a:t>Transfer &amp; position</a:t>
            </a:r>
          </a:p>
        </p:txBody>
      </p:sp>
      <p:sp>
        <p:nvSpPr>
          <p:cNvPr id="12" name="">
            <a:extLst xmlns:a="http://schemas.openxmlformats.org/drawingml/2006/main">
              <a:ext uri="{FF2B5EF4-FFF2-40B4-BE49-F238E27FC236}">
                <a16:creationId xmlns:a16="http://schemas.microsoft.com/office/drawing/2014/main" id="{EFAA6384-314C-4A1F-8CEE-541791BDFE74}"/>
              </a:ext>
            </a:extLst>
          </p:cNvPr>
          <p:cNvSpPr>
            <a:spLocks xmlns:a="http://schemas.openxmlformats.org/drawingml/2006/main" noGrp="1"/>
          </p:cNvSpPr>
          <p:nvPr/>
        </p:nvSpPr>
        <p:spPr>
          <a:xfrm xmlns:a="http://schemas.openxmlformats.org/drawingml/2006/main">
            <a:off x="80010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Pick-and-place · auto-rigging</a:t>
            </a:r>
          </a:p>
        </p:txBody>
      </p:sp>
      <p:sp>
        <p:nvSpPr>
          <p:cNvPr id="13" name="">
            <a:extLst xmlns:a="http://schemas.openxmlformats.org/drawingml/2006/main">
              <a:ext uri="{FF2B5EF4-FFF2-40B4-BE49-F238E27FC236}">
                <a16:creationId xmlns:a16="http://schemas.microsoft.com/office/drawing/2014/main" id="{B9718891-383A-42D0-A84B-606AF6BC1AE9}"/>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3D37596-C7E6-4F24-A246-8969EF68EA78}"/>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A shared platform should offer a choice of planning methods.</a:t>
            </a:r>
          </a:p>
        </p:txBody>
      </p:sp>
    </p:spTree>
    <p:extLst>
      <p:ext uri="{BB962C8B-B14F-4D97-AF65-F5344CB8AC3E}">
        <p14:creationId xmlns:p14="http://schemas.microsoft.com/office/powerpoint/2010/main" val="1860397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2E551769-56D2-4B0D-85FA-8676823CD3A4}"/>
              </a:ext>
            </a:extLst>
          </p:cNvPr>
          <p:cNvPicPr>
            <a:picLocks xmlns:a="http://schemas.openxmlformats.org/drawingml/2006/main" noChangeAspect="1"/>
          </p:cNvPicPr>
          <p:nvPr/>
        </p:nvPicPr>
        <p:blipFill>
          <a:blip xmlns:r="http://schemas.openxmlformats.org/officeDocument/2006/relationships" xmlns:a="http://schemas.openxmlformats.org/drawingml/2006/main" r:embed="R8752ec3f36384c66"/>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6DAF44D-19B3-4E76-BC0A-EA6BDAA866CA}"/>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Turning technical ideas into shared knowledge</a:t>
            </a:r>
          </a:p>
        </p:txBody>
      </p:sp>
      <p:sp>
        <p:nvSpPr>
          <p:cNvPr id="3" name="">
            <a:extLst xmlns:a="http://schemas.openxmlformats.org/drawingml/2006/main">
              <a:ext uri="{FF2B5EF4-FFF2-40B4-BE49-F238E27FC236}">
                <a16:creationId xmlns:a16="http://schemas.microsoft.com/office/drawing/2014/main" id="{C6F93B0A-1AC9-41AB-934A-7A138D39C8C3}"/>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08</a:t>
            </a:r>
          </a:p>
        </p:txBody>
      </p:sp>
      <p:sp>
        <p:nvSpPr>
          <p:cNvPr id="4" name="">
            <a:extLst xmlns:a="http://schemas.openxmlformats.org/drawingml/2006/main">
              <a:ext uri="{FF2B5EF4-FFF2-40B4-BE49-F238E27FC236}">
                <a16:creationId xmlns:a16="http://schemas.microsoft.com/office/drawing/2014/main" id="{BAAC8191-DFED-42FE-A186-5342D9917CD8}"/>
              </a:ext>
            </a:extLst>
          </p:cNvPr>
          <p:cNvSpPr>
            <a:spLocks xmlns:a="http://schemas.openxmlformats.org/drawingml/2006/main" noGrp="1"/>
          </p:cNvSpPr>
          <p:nvPr/>
        </p:nvSpPr>
        <p:spPr>
          <a:xfrm xmlns:a="http://schemas.openxmlformats.org/drawingml/2006/main">
            <a:off x="609600" y="1857375"/>
            <a:ext cx="3390900" cy="95250"/>
          </a:xfrm>
          <a:prstGeom xmlns:a="http://schemas.openxmlformats.org/drawingml/2006/main" prst="rect">
            <a:avLst/>
          </a:prstGeom>
          <a:solidFill xmlns:a="http://schemas.openxmlformats.org/drawingml/2006/main">
            <a:srgbClr val="398F9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30A89DC-9A40-4ED9-9245-55902CACFB59}"/>
              </a:ext>
            </a:extLst>
          </p:cNvPr>
          <p:cNvSpPr>
            <a:spLocks xmlns:a="http://schemas.openxmlformats.org/drawingml/2006/main" noGrp="1"/>
          </p:cNvSpPr>
          <p:nvPr/>
        </p:nvSpPr>
        <p:spPr>
          <a:xfrm xmlns:a="http://schemas.openxmlformats.org/drawingml/2006/main">
            <a:off x="609600" y="2286000"/>
            <a:ext cx="3390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398F91"/>
                </a:solidFill>
                <a:latin typeface="DejaVu Sans"/>
                <a:ea typeface="DejaVu Sans"/>
                <a:cs typeface="DejaVu Sans"/>
              </a:defRPr>
            </a:defPPr>
          </a:lstStyle>
          <a:p xmlns:a="http://schemas.openxmlformats.org/drawingml/2006/main">
            <a:pPr>
              <a:defRPr sz="2625" b="1">
                <a:solidFill>
                  <a:srgbClr val="398F91"/>
                </a:solidFill>
                <a:latin typeface="DejaVu Sans"/>
                <a:ea typeface="DejaVu Sans"/>
                <a:cs typeface="DejaVu Sans"/>
              </a:defRPr>
            </a:pPr>
            <a:r>
              <a:rPr sz="2625" b="1">
                <a:solidFill>
                  <a:srgbClr val="398F91"/>
                </a:solidFill>
                <a:latin typeface="DejaVu Sans"/>
                <a:ea typeface="DejaVu Sans"/>
                <a:cs typeface="DejaVu Sans"/>
              </a:rPr>
              <a:t>Patent</a:t>
            </a:r>
          </a:p>
        </p:txBody>
      </p:sp>
      <p:sp>
        <p:nvSpPr>
          <p:cNvPr id="6" name="">
            <a:extLst xmlns:a="http://schemas.openxmlformats.org/drawingml/2006/main">
              <a:ext uri="{FF2B5EF4-FFF2-40B4-BE49-F238E27FC236}">
                <a16:creationId xmlns:a16="http://schemas.microsoft.com/office/drawing/2014/main" id="{2A8B788B-9CCF-4FE7-8523-0648AF689D0B}"/>
              </a:ext>
            </a:extLst>
          </p:cNvPr>
          <p:cNvSpPr>
            <a:spLocks xmlns:a="http://schemas.openxmlformats.org/drawingml/2006/main" noGrp="1"/>
          </p:cNvSpPr>
          <p:nvPr/>
        </p:nvSpPr>
        <p:spPr>
          <a:xfrm xmlns:a="http://schemas.openxmlformats.org/drawingml/2006/main">
            <a:off x="609600" y="32766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63B48"/>
                </a:solidFill>
                <a:latin typeface="DejaVu Sans"/>
                <a:ea typeface="DejaVu Sans"/>
                <a:cs typeface="DejaVu Sans"/>
              </a:defRPr>
            </a:defPPr>
          </a:lstStyle>
          <a:p xmlns:a="http://schemas.openxmlformats.org/drawingml/2006/main">
            <a:pPr>
              <a:defRPr sz="1950" b="1">
                <a:solidFill>
                  <a:srgbClr val="263B48"/>
                </a:solidFill>
                <a:latin typeface="DejaVu Sans"/>
                <a:ea typeface="DejaVu Sans"/>
                <a:cs typeface="DejaVu Sans"/>
              </a:defRPr>
            </a:pPr>
            <a:r>
              <a:rPr sz="1950" b="1">
                <a:solidFill>
                  <a:srgbClr val="263B48"/>
                </a:solidFill>
                <a:latin typeface="DejaVu Sans"/>
                <a:ea typeface="DejaVu Sans"/>
                <a:cs typeface="DejaVu Sans"/>
              </a:rPr>
              <a:t>[Title &amp; status]</a:t>
            </a:r>
          </a:p>
        </p:txBody>
      </p:sp>
      <p:sp>
        <p:nvSpPr>
          <p:cNvPr id="7" name="">
            <a:extLst xmlns:a="http://schemas.openxmlformats.org/drawingml/2006/main">
              <a:ext uri="{FF2B5EF4-FFF2-40B4-BE49-F238E27FC236}">
                <a16:creationId xmlns:a16="http://schemas.microsoft.com/office/drawing/2014/main" id="{6135586B-EC40-44B7-AD61-4F3A78A91CF4}"/>
              </a:ext>
            </a:extLst>
          </p:cNvPr>
          <p:cNvSpPr>
            <a:spLocks xmlns:a="http://schemas.openxmlformats.org/drawingml/2006/main" noGrp="1"/>
          </p:cNvSpPr>
          <p:nvPr/>
        </p:nvSpPr>
        <p:spPr>
          <a:xfrm xmlns:a="http://schemas.openxmlformats.org/drawingml/2006/main">
            <a:off x="609600" y="42100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[Your contribution]</a:t>
            </a:r>
          </a:p>
        </p:txBody>
      </p:sp>
      <p:sp>
        <p:nvSpPr>
          <p:cNvPr id="8" name="">
            <a:extLst xmlns:a="http://schemas.openxmlformats.org/drawingml/2006/main">
              <a:ext uri="{FF2B5EF4-FFF2-40B4-BE49-F238E27FC236}">
                <a16:creationId xmlns:a16="http://schemas.microsoft.com/office/drawing/2014/main" id="{48E0D9FD-E7A3-4C63-B834-17FC3B50743D}"/>
              </a:ext>
            </a:extLst>
          </p:cNvPr>
          <p:cNvSpPr>
            <a:spLocks xmlns:a="http://schemas.openxmlformats.org/drawingml/2006/main" noGrp="1"/>
          </p:cNvSpPr>
          <p:nvPr/>
        </p:nvSpPr>
        <p:spPr>
          <a:xfrm xmlns:a="http://schemas.openxmlformats.org/drawingml/2006/main">
            <a:off x="4305300" y="1857375"/>
            <a:ext cx="3390900" cy="95250"/>
          </a:xfrm>
          <a:prstGeom xmlns:a="http://schemas.openxmlformats.org/drawingml/2006/main" prst="rect">
            <a:avLst/>
          </a:prstGeom>
          <a:solidFill xmlns:a="http://schemas.openxmlformats.org/drawingml/2006/main">
            <a:srgbClr val="618AA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80D9558-D45B-43D0-9938-D04931DCE62D}"/>
              </a:ext>
            </a:extLst>
          </p:cNvPr>
          <p:cNvSpPr>
            <a:spLocks xmlns:a="http://schemas.openxmlformats.org/drawingml/2006/main" noGrp="1"/>
          </p:cNvSpPr>
          <p:nvPr/>
        </p:nvSpPr>
        <p:spPr>
          <a:xfrm xmlns:a="http://schemas.openxmlformats.org/drawingml/2006/main">
            <a:off x="4305300" y="2286000"/>
            <a:ext cx="3390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618AA7"/>
                </a:solidFill>
                <a:latin typeface="DejaVu Sans"/>
                <a:ea typeface="DejaVu Sans"/>
                <a:cs typeface="DejaVu Sans"/>
              </a:defRPr>
            </a:defPPr>
          </a:lstStyle>
          <a:p xmlns:a="http://schemas.openxmlformats.org/drawingml/2006/main">
            <a:pPr>
              <a:defRPr sz="2625" b="1">
                <a:solidFill>
                  <a:srgbClr val="618AA7"/>
                </a:solidFill>
                <a:latin typeface="DejaVu Sans"/>
                <a:ea typeface="DejaVu Sans"/>
                <a:cs typeface="DejaVu Sans"/>
              </a:defRPr>
            </a:pPr>
            <a:r>
              <a:rPr sz="2625" b="1">
                <a:solidFill>
                  <a:srgbClr val="618AA7"/>
                </a:solidFill>
                <a:latin typeface="DejaVu Sans"/>
                <a:ea typeface="DejaVu Sans"/>
                <a:cs typeface="DejaVu Sans"/>
              </a:rPr>
              <a:t>IDDs</a:t>
            </a:r>
          </a:p>
        </p:txBody>
      </p:sp>
      <p:sp>
        <p:nvSpPr>
          <p:cNvPr id="10" name="">
            <a:extLst xmlns:a="http://schemas.openxmlformats.org/drawingml/2006/main">
              <a:ext uri="{FF2B5EF4-FFF2-40B4-BE49-F238E27FC236}">
                <a16:creationId xmlns:a16="http://schemas.microsoft.com/office/drawing/2014/main" id="{91A1D0C9-9BF8-4709-A4CA-4BDAF3AA178B}"/>
              </a:ext>
            </a:extLst>
          </p:cNvPr>
          <p:cNvSpPr>
            <a:spLocks xmlns:a="http://schemas.openxmlformats.org/drawingml/2006/main" noGrp="1"/>
          </p:cNvSpPr>
          <p:nvPr/>
        </p:nvSpPr>
        <p:spPr>
          <a:xfrm xmlns:a="http://schemas.openxmlformats.org/drawingml/2006/main">
            <a:off x="4305300" y="32766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63B48"/>
                </a:solidFill>
                <a:latin typeface="DejaVu Sans"/>
                <a:ea typeface="DejaVu Sans"/>
                <a:cs typeface="DejaVu Sans"/>
              </a:defRPr>
            </a:defPPr>
          </a:lstStyle>
          <a:p xmlns:a="http://schemas.openxmlformats.org/drawingml/2006/main">
            <a:pPr>
              <a:defRPr sz="1950" b="1">
                <a:solidFill>
                  <a:srgbClr val="263B48"/>
                </a:solidFill>
                <a:latin typeface="DejaVu Sans"/>
                <a:ea typeface="DejaVu Sans"/>
                <a:cs typeface="DejaVu Sans"/>
              </a:defRPr>
            </a:pPr>
            <a:r>
              <a:rPr sz="1950" b="1">
                <a:solidFill>
                  <a:srgbClr val="263B48"/>
                </a:solidFill>
                <a:latin typeface="DejaVu Sans"/>
                <a:ea typeface="DejaVu Sans"/>
                <a:cs typeface="DejaVu Sans"/>
              </a:rPr>
              <a:t>[Titles &amp; status]</a:t>
            </a:r>
          </a:p>
        </p:txBody>
      </p:sp>
      <p:sp>
        <p:nvSpPr>
          <p:cNvPr id="11" name="">
            <a:extLst xmlns:a="http://schemas.openxmlformats.org/drawingml/2006/main">
              <a:ext uri="{FF2B5EF4-FFF2-40B4-BE49-F238E27FC236}">
                <a16:creationId xmlns:a16="http://schemas.microsoft.com/office/drawing/2014/main" id="{2CB03357-6145-4220-ACB3-09C1CBDA32FC}"/>
              </a:ext>
            </a:extLst>
          </p:cNvPr>
          <p:cNvSpPr>
            <a:spLocks xmlns:a="http://schemas.openxmlformats.org/drawingml/2006/main" noGrp="1"/>
          </p:cNvSpPr>
          <p:nvPr/>
        </p:nvSpPr>
        <p:spPr>
          <a:xfrm xmlns:a="http://schemas.openxmlformats.org/drawingml/2006/main">
            <a:off x="4305300" y="42100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[Your contribution]</a:t>
            </a:r>
          </a:p>
        </p:txBody>
      </p:sp>
      <p:sp>
        <p:nvSpPr>
          <p:cNvPr id="12" name="">
            <a:extLst xmlns:a="http://schemas.openxmlformats.org/drawingml/2006/main">
              <a:ext uri="{FF2B5EF4-FFF2-40B4-BE49-F238E27FC236}">
                <a16:creationId xmlns:a16="http://schemas.microsoft.com/office/drawing/2014/main" id="{CA41A888-C8EA-425B-A541-244BB8F03E85}"/>
              </a:ext>
            </a:extLst>
          </p:cNvPr>
          <p:cNvSpPr>
            <a:spLocks xmlns:a="http://schemas.openxmlformats.org/drawingml/2006/main" noGrp="1"/>
          </p:cNvSpPr>
          <p:nvPr/>
        </p:nvSpPr>
        <p:spPr>
          <a:xfrm xmlns:a="http://schemas.openxmlformats.org/drawingml/2006/main">
            <a:off x="8001000" y="1857375"/>
            <a:ext cx="3390900" cy="95250"/>
          </a:xfrm>
          <a:prstGeom xmlns:a="http://schemas.openxmlformats.org/drawingml/2006/main" prst="rect">
            <a:avLst/>
          </a:prstGeom>
          <a:solidFill xmlns:a="http://schemas.openxmlformats.org/drawingml/2006/main">
            <a:srgbClr val="C77D7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7A80D0-8FE6-453F-8571-94A64713D8F2}"/>
              </a:ext>
            </a:extLst>
          </p:cNvPr>
          <p:cNvSpPr>
            <a:spLocks xmlns:a="http://schemas.openxmlformats.org/drawingml/2006/main" noGrp="1"/>
          </p:cNvSpPr>
          <p:nvPr/>
        </p:nvSpPr>
        <p:spPr>
          <a:xfrm xmlns:a="http://schemas.openxmlformats.org/drawingml/2006/main">
            <a:off x="8001000" y="2286000"/>
            <a:ext cx="3390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C77D70"/>
                </a:solidFill>
                <a:latin typeface="DejaVu Sans"/>
                <a:ea typeface="DejaVu Sans"/>
                <a:cs typeface="DejaVu Sans"/>
              </a:defRPr>
            </a:defPPr>
          </a:lstStyle>
          <a:p xmlns:a="http://schemas.openxmlformats.org/drawingml/2006/main">
            <a:pPr>
              <a:defRPr sz="2625" b="1">
                <a:solidFill>
                  <a:srgbClr val="C77D70"/>
                </a:solidFill>
                <a:latin typeface="DejaVu Sans"/>
                <a:ea typeface="DejaVu Sans"/>
                <a:cs typeface="DejaVu Sans"/>
              </a:defRPr>
            </a:pPr>
            <a:r>
              <a:rPr sz="2625" b="1">
                <a:solidFill>
                  <a:srgbClr val="C77D70"/>
                </a:solidFill>
                <a:latin typeface="DejaVu Sans"/>
                <a:ea typeface="DejaVu Sans"/>
                <a:cs typeface="DejaVu Sans"/>
              </a:rPr>
              <a:t>White paper</a:t>
            </a:r>
          </a:p>
        </p:txBody>
      </p:sp>
      <p:sp>
        <p:nvSpPr>
          <p:cNvPr id="14" name="">
            <a:extLst xmlns:a="http://schemas.openxmlformats.org/drawingml/2006/main">
              <a:ext uri="{FF2B5EF4-FFF2-40B4-BE49-F238E27FC236}">
                <a16:creationId xmlns:a16="http://schemas.microsoft.com/office/drawing/2014/main" id="{49895E28-3AFE-4AE1-B6CF-60FA2FE2BEB5}"/>
              </a:ext>
            </a:extLst>
          </p:cNvPr>
          <p:cNvSpPr>
            <a:spLocks xmlns:a="http://schemas.openxmlformats.org/drawingml/2006/main" noGrp="1"/>
          </p:cNvSpPr>
          <p:nvPr/>
        </p:nvSpPr>
        <p:spPr>
          <a:xfrm xmlns:a="http://schemas.openxmlformats.org/drawingml/2006/main">
            <a:off x="8001000" y="32766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63B48"/>
                </a:solidFill>
                <a:latin typeface="DejaVu Sans"/>
                <a:ea typeface="DejaVu Sans"/>
                <a:cs typeface="DejaVu Sans"/>
              </a:defRPr>
            </a:defPPr>
          </a:lstStyle>
          <a:p xmlns:a="http://schemas.openxmlformats.org/drawingml/2006/main">
            <a:pPr>
              <a:defRPr sz="1950" b="1">
                <a:solidFill>
                  <a:srgbClr val="263B48"/>
                </a:solidFill>
                <a:latin typeface="DejaVu Sans"/>
                <a:ea typeface="DejaVu Sans"/>
                <a:cs typeface="DejaVu Sans"/>
              </a:defRPr>
            </a:pPr>
            <a:r>
              <a:rPr sz="1950" b="1">
                <a:solidFill>
                  <a:srgbClr val="263B48"/>
                </a:solidFill>
                <a:latin typeface="DejaVu Sans"/>
                <a:ea typeface="DejaVu Sans"/>
                <a:cs typeface="DejaVu Sans"/>
              </a:rPr>
              <a:t>Published</a:t>
            </a:r>
          </a:p>
        </p:txBody>
      </p:sp>
      <p:sp>
        <p:nvSpPr>
          <p:cNvPr id="15" name="">
            <a:extLst xmlns:a="http://schemas.openxmlformats.org/drawingml/2006/main">
              <a:ext uri="{FF2B5EF4-FFF2-40B4-BE49-F238E27FC236}">
                <a16:creationId xmlns:a16="http://schemas.microsoft.com/office/drawing/2014/main" id="{8F6E26E2-530F-4AD5-B12F-A576AF9FDCCB}"/>
              </a:ext>
            </a:extLst>
          </p:cNvPr>
          <p:cNvSpPr>
            <a:spLocks xmlns:a="http://schemas.openxmlformats.org/drawingml/2006/main" noGrp="1"/>
          </p:cNvSpPr>
          <p:nvPr/>
        </p:nvSpPr>
        <p:spPr>
          <a:xfrm xmlns:a="http://schemas.openxmlformats.org/drawingml/2006/main">
            <a:off x="8001000" y="421005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[Title &amp; publication date]</a:t>
            </a:r>
          </a:p>
        </p:txBody>
      </p:sp>
      <p:sp>
        <p:nvSpPr>
          <p:cNvPr id="16" name="">
            <a:extLst xmlns:a="http://schemas.openxmlformats.org/drawingml/2006/main">
              <a:ext uri="{FF2B5EF4-FFF2-40B4-BE49-F238E27FC236}">
                <a16:creationId xmlns:a16="http://schemas.microsoft.com/office/drawing/2014/main" id="{6E120A2A-A975-4535-9430-13D9D00F0756}"/>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0BD789-7ADF-4891-9D30-B44BD915D482}"/>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Make ideas reusable through protected innovation and published knowledge.</a:t>
            </a:r>
          </a:p>
        </p:txBody>
      </p:sp>
    </p:spTree>
    <p:extLst>
      <p:ext uri="{BB962C8B-B14F-4D97-AF65-F5344CB8AC3E}">
        <p14:creationId xmlns:p14="http://schemas.microsoft.com/office/powerpoint/2010/main" val="16571154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BD1784B-27D5-47E4-80FC-A98704F007CB}"/>
              </a:ext>
            </a:extLst>
          </p:cNvPr>
          <p:cNvPicPr>
            <a:picLocks xmlns:a="http://schemas.openxmlformats.org/drawingml/2006/main" noChangeAspect="1"/>
          </p:cNvPicPr>
          <p:nvPr/>
        </p:nvPicPr>
        <p:blipFill>
          <a:blip xmlns:r="http://schemas.openxmlformats.org/officeDocument/2006/relationships" xmlns:a="http://schemas.openxmlformats.org/drawingml/2006/main" r:embed="R7a8c2ce84d274455"/>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4C8DFE-07F1-49E8-956D-1A5DEB9A1504}"/>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Influence through connection and shared decisions</a:t>
            </a:r>
          </a:p>
        </p:txBody>
      </p:sp>
      <p:sp>
        <p:nvSpPr>
          <p:cNvPr id="3" name="">
            <a:extLst xmlns:a="http://schemas.openxmlformats.org/drawingml/2006/main">
              <a:ext uri="{FF2B5EF4-FFF2-40B4-BE49-F238E27FC236}">
                <a16:creationId xmlns:a16="http://schemas.microsoft.com/office/drawing/2014/main" id="{1B894E00-21EA-4300-8351-A5A58BED9FDF}"/>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09</a:t>
            </a:r>
          </a:p>
        </p:txBody>
      </p:sp>
      <p:pic>
        <p:nvPicPr>
          <p:cNvPr id="4" name="">
            <a:extLst xmlns:a="http://schemas.openxmlformats.org/drawingml/2006/main">
              <a:ext uri="{FF2B5EF4-FFF2-40B4-BE49-F238E27FC236}">
                <a16:creationId xmlns:a16="http://schemas.microsoft.com/office/drawing/2014/main" id="{D747CCE9-B1B9-49E9-ADAA-AC8E9E98A6B6}"/>
              </a:ext>
            </a:extLst>
          </p:cNvPr>
          <p:cNvPicPr>
            <a:picLocks xmlns:a="http://schemas.openxmlformats.org/drawingml/2006/main" noChangeAspect="1"/>
          </p:cNvPicPr>
          <p:nvPr/>
        </p:nvPicPr>
        <p:blipFill>
          <a:blip xmlns:r="http://schemas.openxmlformats.org/officeDocument/2006/relationships" xmlns:a="http://schemas.openxmlformats.org/drawingml/2006/main" r:embed="R4da27f7c79634739"/>
          <a:srcRect xmlns:a="http://schemas.openxmlformats.org/drawingml/2006/main" l="0" t="31211" r="0" b="31211"/>
          <a:stretch xmlns:a="http://schemas.openxmlformats.org/drawingml/2006/main">
            <a:fillRect l="0" t="0" r="0" b="0"/>
          </a:stretch>
        </p:blipFill>
        <p:spPr>
          <a:xfrm xmlns:a="http://schemas.openxmlformats.org/drawingml/2006/main">
            <a:off x="609600" y="1771650"/>
            <a:ext cx="3390900" cy="2152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6A1E569-77BD-4764-8559-795F78480CC7}"/>
              </a:ext>
            </a:extLst>
          </p:cNvPr>
          <p:cNvSpPr>
            <a:spLocks xmlns:a="http://schemas.openxmlformats.org/drawingml/2006/main" noGrp="1"/>
          </p:cNvSpPr>
          <p:nvPr/>
        </p:nvSpPr>
        <p:spPr>
          <a:xfrm xmlns:a="http://schemas.openxmlformats.org/drawingml/2006/main">
            <a:off x="6096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98F91"/>
                </a:solidFill>
                <a:latin typeface="DejaVu Sans"/>
                <a:ea typeface="DejaVu Sans"/>
                <a:cs typeface="DejaVu Sans"/>
              </a:defRPr>
            </a:defPPr>
          </a:lstStyle>
          <a:p xmlns:a="http://schemas.openxmlformats.org/drawingml/2006/main">
            <a:pPr>
              <a:defRPr sz="2025" b="1">
                <a:solidFill>
                  <a:srgbClr val="398F91"/>
                </a:solidFill>
                <a:latin typeface="DejaVu Sans"/>
                <a:ea typeface="DejaVu Sans"/>
                <a:cs typeface="DejaVu Sans"/>
              </a:defRPr>
            </a:pPr>
            <a:r>
              <a:rPr sz="2025" b="1">
                <a:solidFill>
                  <a:srgbClr val="398F91"/>
                </a:solidFill>
                <a:latin typeface="DejaVu Sans"/>
                <a:ea typeface="DejaVu Sans"/>
                <a:cs typeface="DejaVu Sans"/>
              </a:rPr>
              <a:t>Application teams</a:t>
            </a:r>
          </a:p>
        </p:txBody>
      </p:sp>
      <p:sp>
        <p:nvSpPr>
          <p:cNvPr id="6" name="">
            <a:extLst xmlns:a="http://schemas.openxmlformats.org/drawingml/2006/main">
              <a:ext uri="{FF2B5EF4-FFF2-40B4-BE49-F238E27FC236}">
                <a16:creationId xmlns:a16="http://schemas.microsoft.com/office/drawing/2014/main" id="{C3E6DFC3-8EAD-40C8-87ED-A9415938E717}"/>
              </a:ext>
            </a:extLst>
          </p:cNvPr>
          <p:cNvSpPr>
            <a:spLocks xmlns:a="http://schemas.openxmlformats.org/drawingml/2006/main" noGrp="1"/>
          </p:cNvSpPr>
          <p:nvPr/>
        </p:nvSpPr>
        <p:spPr>
          <a:xfrm xmlns:a="http://schemas.openxmlformats.org/drawingml/2006/main">
            <a:off x="6096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Clarify the process need</a:t>
            </a:r>
          </a:p>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and motion requirements</a:t>
            </a:r>
          </a:p>
        </p:txBody>
      </p:sp>
      <p:pic>
        <p:nvPicPr>
          <p:cNvPr id="7" name="">
            <a:extLst xmlns:a="http://schemas.openxmlformats.org/drawingml/2006/main">
              <a:ext uri="{FF2B5EF4-FFF2-40B4-BE49-F238E27FC236}">
                <a16:creationId xmlns:a16="http://schemas.microsoft.com/office/drawing/2014/main" id="{963DD6D0-5EEE-440A-841C-DE47CA021074}"/>
              </a:ext>
            </a:extLst>
          </p:cNvPr>
          <p:cNvPicPr>
            <a:picLocks xmlns:a="http://schemas.openxmlformats.org/drawingml/2006/main" noChangeAspect="1"/>
          </p:cNvPicPr>
          <p:nvPr/>
        </p:nvPicPr>
        <p:blipFill>
          <a:blip xmlns:r="http://schemas.openxmlformats.org/officeDocument/2006/relationships" xmlns:a="http://schemas.openxmlformats.org/drawingml/2006/main" r:embed="R1a4d5e8b635641de"/>
          <a:srcRect xmlns:a="http://schemas.openxmlformats.org/drawingml/2006/main" l="0" t="31178" r="0" b="31178"/>
          <a:stretch xmlns:a="http://schemas.openxmlformats.org/drawingml/2006/main">
            <a:fillRect l="0" t="0" r="0" b="0"/>
          </a:stretch>
        </p:blipFill>
        <p:spPr>
          <a:xfrm xmlns:a="http://schemas.openxmlformats.org/drawingml/2006/main">
            <a:off x="4305300" y="1771650"/>
            <a:ext cx="3390900" cy="2152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A6B19DF-5242-4F47-A1B3-A1F4B485E714}"/>
              </a:ext>
            </a:extLst>
          </p:cNvPr>
          <p:cNvSpPr>
            <a:spLocks xmlns:a="http://schemas.openxmlformats.org/drawingml/2006/main" noGrp="1"/>
          </p:cNvSpPr>
          <p:nvPr/>
        </p:nvSpPr>
        <p:spPr>
          <a:xfrm xmlns:a="http://schemas.openxmlformats.org/drawingml/2006/main">
            <a:off x="43053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618AA7"/>
                </a:solidFill>
                <a:latin typeface="DejaVu Sans"/>
                <a:ea typeface="DejaVu Sans"/>
                <a:cs typeface="DejaVu Sans"/>
              </a:defRPr>
            </a:defPPr>
          </a:lstStyle>
          <a:p xmlns:a="http://schemas.openxmlformats.org/drawingml/2006/main">
            <a:pPr>
              <a:defRPr sz="2025" b="1">
                <a:solidFill>
                  <a:srgbClr val="618AA7"/>
                </a:solidFill>
                <a:latin typeface="DejaVu Sans"/>
                <a:ea typeface="DejaVu Sans"/>
                <a:cs typeface="DejaVu Sans"/>
              </a:defRPr>
            </a:pPr>
            <a:r>
              <a:rPr sz="2025" b="1">
                <a:solidFill>
                  <a:srgbClr val="618AA7"/>
                </a:solidFill>
                <a:latin typeface="DejaVu Sans"/>
                <a:ea typeface="DejaVu Sans"/>
                <a:cs typeface="DejaVu Sans"/>
              </a:rPr>
              <a:t>Integration teams · RXU</a:t>
            </a:r>
          </a:p>
        </p:txBody>
      </p:sp>
      <p:sp>
        <p:nvSpPr>
          <p:cNvPr id="9" name="">
            <a:extLst xmlns:a="http://schemas.openxmlformats.org/drawingml/2006/main">
              <a:ext uri="{FF2B5EF4-FFF2-40B4-BE49-F238E27FC236}">
                <a16:creationId xmlns:a16="http://schemas.microsoft.com/office/drawing/2014/main" id="{20D34DBF-D2A6-4EDF-AC22-D82897BAE33C}"/>
              </a:ext>
            </a:extLst>
          </p:cNvPr>
          <p:cNvSpPr>
            <a:spLocks xmlns:a="http://schemas.openxmlformats.org/drawingml/2006/main" noGrp="1"/>
          </p:cNvSpPr>
          <p:nvPr/>
        </p:nvSpPr>
        <p:spPr>
          <a:xfrm xmlns:a="http://schemas.openxmlformats.org/drawingml/2006/main">
            <a:off x="43053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Align interfaces and</a:t>
            </a:r>
          </a:p>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bring components together</a:t>
            </a:r>
          </a:p>
        </p:txBody>
      </p:sp>
      <p:pic>
        <p:nvPicPr>
          <p:cNvPr id="10" name="">
            <a:extLst xmlns:a="http://schemas.openxmlformats.org/drawingml/2006/main">
              <a:ext uri="{FF2B5EF4-FFF2-40B4-BE49-F238E27FC236}">
                <a16:creationId xmlns:a16="http://schemas.microsoft.com/office/drawing/2014/main" id="{CA54F62B-231A-404F-9C66-14E245F637E9}"/>
              </a:ext>
            </a:extLst>
          </p:cNvPr>
          <p:cNvPicPr>
            <a:picLocks xmlns:a="http://schemas.openxmlformats.org/drawingml/2006/main" noChangeAspect="1"/>
          </p:cNvPicPr>
          <p:nvPr/>
        </p:nvPicPr>
        <p:blipFill>
          <a:blip xmlns:r="http://schemas.openxmlformats.org/officeDocument/2006/relationships" xmlns:a="http://schemas.openxmlformats.org/drawingml/2006/main" r:embed="Rbfbbff85665a4d66"/>
          <a:srcRect xmlns:a="http://schemas.openxmlformats.org/drawingml/2006/main" l="0" t="31211" r="0" b="31211"/>
          <a:stretch xmlns:a="http://schemas.openxmlformats.org/drawingml/2006/main">
            <a:fillRect l="0" t="0" r="0" b="0"/>
          </a:stretch>
        </p:blipFill>
        <p:spPr>
          <a:xfrm xmlns:a="http://schemas.openxmlformats.org/drawingml/2006/main">
            <a:off x="8001000" y="1771650"/>
            <a:ext cx="3390900" cy="2152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2FEC5DA-7BF1-4B09-850F-7A0694F1D1E5}"/>
              </a:ext>
            </a:extLst>
          </p:cNvPr>
          <p:cNvSpPr>
            <a:spLocks xmlns:a="http://schemas.openxmlformats.org/drawingml/2006/main" noGrp="1"/>
          </p:cNvSpPr>
          <p:nvPr/>
        </p:nvSpPr>
        <p:spPr>
          <a:xfrm xmlns:a="http://schemas.openxmlformats.org/drawingml/2006/main">
            <a:off x="80010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77D70"/>
                </a:solidFill>
                <a:latin typeface="DejaVu Sans"/>
                <a:ea typeface="DejaVu Sans"/>
                <a:cs typeface="DejaVu Sans"/>
              </a:defRPr>
            </a:defPPr>
          </a:lstStyle>
          <a:p xmlns:a="http://schemas.openxmlformats.org/drawingml/2006/main">
            <a:pPr>
              <a:defRPr sz="2025" b="1">
                <a:solidFill>
                  <a:srgbClr val="C77D70"/>
                </a:solidFill>
                <a:latin typeface="DejaVu Sans"/>
                <a:ea typeface="DejaVu Sans"/>
                <a:cs typeface="DejaVu Sans"/>
              </a:defRPr>
            </a:pPr>
            <a:r>
              <a:rPr sz="2025" b="1">
                <a:solidFill>
                  <a:srgbClr val="C77D70"/>
                </a:solidFill>
                <a:latin typeface="DejaVu Sans"/>
                <a:ea typeface="DejaVu Sans"/>
                <a:cs typeface="DejaVu Sans"/>
              </a:rPr>
              <a:t>Research partners</a:t>
            </a:r>
          </a:p>
        </p:txBody>
      </p:sp>
      <p:sp>
        <p:nvSpPr>
          <p:cNvPr id="12" name="">
            <a:extLst xmlns:a="http://schemas.openxmlformats.org/drawingml/2006/main">
              <a:ext uri="{FF2B5EF4-FFF2-40B4-BE49-F238E27FC236}">
                <a16:creationId xmlns:a16="http://schemas.microsoft.com/office/drawing/2014/main" id="{A020D812-7535-4963-9513-F7775CA3E28B}"/>
              </a:ext>
            </a:extLst>
          </p:cNvPr>
          <p:cNvSpPr>
            <a:spLocks xmlns:a="http://schemas.openxmlformats.org/drawingml/2006/main" noGrp="1"/>
          </p:cNvSpPr>
          <p:nvPr/>
        </p:nvSpPr>
        <p:spPr>
          <a:xfrm xmlns:a="http://schemas.openxmlformats.org/drawingml/2006/main">
            <a:off x="80010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LAAS · IRT Jules Verne</a:t>
            </a:r>
          </a:p>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Compare approaches and learn</a:t>
            </a:r>
          </a:p>
        </p:txBody>
      </p:sp>
      <p:sp>
        <p:nvSpPr>
          <p:cNvPr id="13" name="">
            <a:extLst xmlns:a="http://schemas.openxmlformats.org/drawingml/2006/main">
              <a:ext uri="{FF2B5EF4-FFF2-40B4-BE49-F238E27FC236}">
                <a16:creationId xmlns:a16="http://schemas.microsoft.com/office/drawing/2014/main" id="{1AB80D72-86C5-4540-B54B-8E52F4C465B8}"/>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CA7D1A8-5082-4D8C-9B1A-6AA940E1E421}"/>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Clarify the need → demonstrate options → build alignment.</a:t>
            </a:r>
          </a:p>
        </p:txBody>
      </p:sp>
    </p:spTree>
    <p:extLst>
      <p:ext uri="{BB962C8B-B14F-4D97-AF65-F5344CB8AC3E}">
        <p14:creationId xmlns:p14="http://schemas.microsoft.com/office/powerpoint/2010/main" val="4736286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8CD1E91-B612-49F9-B370-556AD511CAE3}"/>
              </a:ext>
            </a:extLst>
          </p:cNvPr>
          <p:cNvPicPr>
            <a:picLocks xmlns:a="http://schemas.openxmlformats.org/drawingml/2006/main" noChangeAspect="1"/>
          </p:cNvPicPr>
          <p:nvPr/>
        </p:nvPicPr>
        <p:blipFill>
          <a:blip xmlns:r="http://schemas.openxmlformats.org/officeDocument/2006/relationships" xmlns:a="http://schemas.openxmlformats.org/drawingml/2006/main" r:embed="Raafc66a95bc5497e"/>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EBAECB-3AE3-4466-93F8-1D9B95FBE1C5}"/>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The manufacturing opportunity</a:t>
            </a:r>
          </a:p>
        </p:txBody>
      </p:sp>
      <p:sp>
        <p:nvSpPr>
          <p:cNvPr id="3" name="">
            <a:extLst xmlns:a="http://schemas.openxmlformats.org/drawingml/2006/main">
              <a:ext uri="{FF2B5EF4-FFF2-40B4-BE49-F238E27FC236}">
                <a16:creationId xmlns:a16="http://schemas.microsoft.com/office/drawing/2014/main" id="{DA55F119-45D4-43F1-8DC2-D78A23778A5E}"/>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10</a:t>
            </a:r>
          </a:p>
        </p:txBody>
      </p:sp>
      <p:pic>
        <p:nvPicPr>
          <p:cNvPr id="4" name="">
            <a:extLst xmlns:a="http://schemas.openxmlformats.org/drawingml/2006/main">
              <a:ext uri="{FF2B5EF4-FFF2-40B4-BE49-F238E27FC236}">
                <a16:creationId xmlns:a16="http://schemas.microsoft.com/office/drawing/2014/main" id="{D183FCC8-9111-4A2E-AE36-64B9B018CFD3}"/>
              </a:ext>
            </a:extLst>
          </p:cNvPr>
          <p:cNvPicPr>
            <a:picLocks xmlns:a="http://schemas.openxmlformats.org/drawingml/2006/main" noChangeAspect="1"/>
          </p:cNvPicPr>
          <p:nvPr/>
        </p:nvPicPr>
        <p:blipFill>
          <a:blip xmlns:r="http://schemas.openxmlformats.org/officeDocument/2006/relationships" xmlns:a="http://schemas.openxmlformats.org/drawingml/2006/main" r:embed="R4e7a1c623ef34b52"/>
          <a:srcRect xmlns:a="http://schemas.openxmlformats.org/drawingml/2006/main" l="0" t="18258" r="0" b="18258"/>
          <a:stretch xmlns:a="http://schemas.openxmlformats.org/drawingml/2006/main">
            <a:fillRect l="0" t="0" r="0" b="0"/>
          </a:stretch>
        </p:blipFill>
        <p:spPr>
          <a:xfrm xmlns:a="http://schemas.openxmlformats.org/drawingml/2006/main">
            <a:off x="609600" y="1771650"/>
            <a:ext cx="3390900" cy="2152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8170F2-EFB2-49B4-A2C6-237929FD6EFA}"/>
              </a:ext>
            </a:extLst>
          </p:cNvPr>
          <p:cNvSpPr>
            <a:spLocks xmlns:a="http://schemas.openxmlformats.org/drawingml/2006/main" noGrp="1"/>
          </p:cNvSpPr>
          <p:nvPr/>
        </p:nvSpPr>
        <p:spPr>
          <a:xfrm xmlns:a="http://schemas.openxmlformats.org/drawingml/2006/main">
            <a:off x="6096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98F91"/>
                </a:solidFill>
                <a:latin typeface="DejaVu Sans"/>
                <a:ea typeface="DejaVu Sans"/>
                <a:cs typeface="DejaVu Sans"/>
              </a:defRPr>
            </a:defPPr>
          </a:lstStyle>
          <a:p xmlns:a="http://schemas.openxmlformats.org/drawingml/2006/main">
            <a:pPr>
              <a:defRPr sz="2025" b="1">
                <a:solidFill>
                  <a:srgbClr val="398F91"/>
                </a:solidFill>
                <a:latin typeface="DejaVu Sans"/>
                <a:ea typeface="DejaVu Sans"/>
                <a:cs typeface="DejaVu Sans"/>
              </a:defRPr>
            </a:pPr>
            <a:r>
              <a:rPr sz="2025" b="1">
                <a:solidFill>
                  <a:srgbClr val="398F91"/>
                </a:solidFill>
                <a:latin typeface="DejaVu Sans"/>
                <a:ea typeface="DejaVu Sans"/>
                <a:cs typeface="DejaVu Sans"/>
              </a:rPr>
              <a:t>Predictable preparation</a:t>
            </a:r>
          </a:p>
        </p:txBody>
      </p:sp>
      <p:sp>
        <p:nvSpPr>
          <p:cNvPr id="6" name="">
            <a:extLst xmlns:a="http://schemas.openxmlformats.org/drawingml/2006/main">
              <a:ext uri="{FF2B5EF4-FFF2-40B4-BE49-F238E27FC236}">
                <a16:creationId xmlns:a16="http://schemas.microsoft.com/office/drawing/2014/main" id="{D9F14575-494B-485E-8309-8393CA67769B}"/>
              </a:ext>
            </a:extLst>
          </p:cNvPr>
          <p:cNvSpPr>
            <a:spLocks xmlns:a="http://schemas.openxmlformats.org/drawingml/2006/main" noGrp="1"/>
          </p:cNvSpPr>
          <p:nvPr/>
        </p:nvSpPr>
        <p:spPr>
          <a:xfrm xmlns:a="http://schemas.openxmlformats.org/drawingml/2006/main">
            <a:off x="6096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Less repeated programming</a:t>
            </a:r>
          </a:p>
        </p:txBody>
      </p:sp>
      <p:pic>
        <p:nvPicPr>
          <p:cNvPr id="7" name="">
            <a:extLst xmlns:a="http://schemas.openxmlformats.org/drawingml/2006/main">
              <a:ext uri="{FF2B5EF4-FFF2-40B4-BE49-F238E27FC236}">
                <a16:creationId xmlns:a16="http://schemas.microsoft.com/office/drawing/2014/main" id="{1A7461DA-4080-42A1-A914-3391EAF64CA3}"/>
              </a:ext>
            </a:extLst>
          </p:cNvPr>
          <p:cNvPicPr>
            <a:picLocks xmlns:a="http://schemas.openxmlformats.org/drawingml/2006/main" noChangeAspect="1"/>
          </p:cNvPicPr>
          <p:nvPr/>
        </p:nvPicPr>
        <p:blipFill>
          <a:blip xmlns:r="http://schemas.openxmlformats.org/officeDocument/2006/relationships" xmlns:a="http://schemas.openxmlformats.org/drawingml/2006/main" r:embed="R8634fa2504db4f83"/>
          <a:srcRect xmlns:a="http://schemas.openxmlformats.org/drawingml/2006/main" l="0" t="18258" r="0" b="18258"/>
          <a:stretch xmlns:a="http://schemas.openxmlformats.org/drawingml/2006/main">
            <a:fillRect l="0" t="0" r="0" b="0"/>
          </a:stretch>
        </p:blipFill>
        <p:spPr>
          <a:xfrm xmlns:a="http://schemas.openxmlformats.org/drawingml/2006/main">
            <a:off x="4305300" y="1771650"/>
            <a:ext cx="3390900" cy="2152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86CB01F-BF4E-4C11-A064-56A9D7B893C0}"/>
              </a:ext>
            </a:extLst>
          </p:cNvPr>
          <p:cNvSpPr>
            <a:spLocks xmlns:a="http://schemas.openxmlformats.org/drawingml/2006/main" noGrp="1"/>
          </p:cNvSpPr>
          <p:nvPr/>
        </p:nvSpPr>
        <p:spPr>
          <a:xfrm xmlns:a="http://schemas.openxmlformats.org/drawingml/2006/main">
            <a:off x="43053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618AA7"/>
                </a:solidFill>
                <a:latin typeface="DejaVu Sans"/>
                <a:ea typeface="DejaVu Sans"/>
                <a:cs typeface="DejaVu Sans"/>
              </a:defRPr>
            </a:defPPr>
          </a:lstStyle>
          <a:p xmlns:a="http://schemas.openxmlformats.org/drawingml/2006/main">
            <a:pPr>
              <a:defRPr sz="2025" b="1">
                <a:solidFill>
                  <a:srgbClr val="618AA7"/>
                </a:solidFill>
                <a:latin typeface="DejaVu Sans"/>
                <a:ea typeface="DejaVu Sans"/>
                <a:cs typeface="DejaVu Sans"/>
              </a:defRPr>
            </a:pPr>
            <a:r>
              <a:rPr sz="2025" b="1">
                <a:solidFill>
                  <a:srgbClr val="618AA7"/>
                </a:solidFill>
                <a:latin typeface="DejaVu Sans"/>
                <a:ea typeface="DejaVu Sans"/>
                <a:cs typeface="DejaVu Sans"/>
              </a:rPr>
              <a:t>Reliable execution</a:t>
            </a:r>
          </a:p>
        </p:txBody>
      </p:sp>
      <p:sp>
        <p:nvSpPr>
          <p:cNvPr id="9" name="">
            <a:extLst xmlns:a="http://schemas.openxmlformats.org/drawingml/2006/main">
              <a:ext uri="{FF2B5EF4-FFF2-40B4-BE49-F238E27FC236}">
                <a16:creationId xmlns:a16="http://schemas.microsoft.com/office/drawing/2014/main" id="{6EA4C618-84EA-407A-81FA-B5392678050A}"/>
              </a:ext>
            </a:extLst>
          </p:cNvPr>
          <p:cNvSpPr>
            <a:spLocks xmlns:a="http://schemas.openxmlformats.org/drawingml/2006/main" noGrp="1"/>
          </p:cNvSpPr>
          <p:nvPr/>
        </p:nvSpPr>
        <p:spPr>
          <a:xfrm xmlns:a="http://schemas.openxmlformats.org/drawingml/2006/main">
            <a:off x="43053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Motion that meets process needs</a:t>
            </a:r>
          </a:p>
        </p:txBody>
      </p:sp>
      <p:pic>
        <p:nvPicPr>
          <p:cNvPr id="10" name="">
            <a:extLst xmlns:a="http://schemas.openxmlformats.org/drawingml/2006/main">
              <a:ext uri="{FF2B5EF4-FFF2-40B4-BE49-F238E27FC236}">
                <a16:creationId xmlns:a16="http://schemas.microsoft.com/office/drawing/2014/main" id="{BA113955-AFF0-43A0-89F3-343A5C892A2B}"/>
              </a:ext>
            </a:extLst>
          </p:cNvPr>
          <p:cNvPicPr>
            <a:picLocks xmlns:a="http://schemas.openxmlformats.org/drawingml/2006/main" noChangeAspect="1"/>
          </p:cNvPicPr>
          <p:nvPr/>
        </p:nvPicPr>
        <p:blipFill>
          <a:blip xmlns:r="http://schemas.openxmlformats.org/officeDocument/2006/relationships" xmlns:a="http://schemas.openxmlformats.org/drawingml/2006/main" r:embed="R5602518ee83d44bb"/>
          <a:srcRect xmlns:a="http://schemas.openxmlformats.org/drawingml/2006/main" l="0" t="18258" r="0" b="18258"/>
          <a:stretch xmlns:a="http://schemas.openxmlformats.org/drawingml/2006/main">
            <a:fillRect l="0" t="0" r="0" b="0"/>
          </a:stretch>
        </p:blipFill>
        <p:spPr>
          <a:xfrm xmlns:a="http://schemas.openxmlformats.org/drawingml/2006/main">
            <a:off x="8001000" y="1771650"/>
            <a:ext cx="3390900" cy="2152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67F651C-273A-476F-8141-017C6FF401D1}"/>
              </a:ext>
            </a:extLst>
          </p:cNvPr>
          <p:cNvSpPr>
            <a:spLocks xmlns:a="http://schemas.openxmlformats.org/drawingml/2006/main" noGrp="1"/>
          </p:cNvSpPr>
          <p:nvPr/>
        </p:nvSpPr>
        <p:spPr>
          <a:xfrm xmlns:a="http://schemas.openxmlformats.org/drawingml/2006/main">
            <a:off x="8001000" y="4143375"/>
            <a:ext cx="3390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77D70"/>
                </a:solidFill>
                <a:latin typeface="DejaVu Sans"/>
                <a:ea typeface="DejaVu Sans"/>
                <a:cs typeface="DejaVu Sans"/>
              </a:defRPr>
            </a:defPPr>
          </a:lstStyle>
          <a:p xmlns:a="http://schemas.openxmlformats.org/drawingml/2006/main">
            <a:pPr>
              <a:defRPr sz="2025" b="1">
                <a:solidFill>
                  <a:srgbClr val="C77D70"/>
                </a:solidFill>
                <a:latin typeface="DejaVu Sans"/>
                <a:ea typeface="DejaVu Sans"/>
                <a:cs typeface="DejaVu Sans"/>
              </a:defRPr>
            </a:pPr>
            <a:r>
              <a:rPr sz="2025" b="1">
                <a:solidFill>
                  <a:srgbClr val="C77D70"/>
                </a:solidFill>
                <a:latin typeface="DejaVu Sans"/>
                <a:ea typeface="DejaVu Sans"/>
                <a:cs typeface="DejaVu Sans"/>
              </a:rPr>
              <a:t>Faster reuse</a:t>
            </a:r>
          </a:p>
        </p:txBody>
      </p:sp>
      <p:sp>
        <p:nvSpPr>
          <p:cNvPr id="12" name="">
            <a:extLst xmlns:a="http://schemas.openxmlformats.org/drawingml/2006/main">
              <a:ext uri="{FF2B5EF4-FFF2-40B4-BE49-F238E27FC236}">
                <a16:creationId xmlns:a16="http://schemas.microsoft.com/office/drawing/2014/main" id="{03994375-D50D-402B-83DC-AC4A4841D6DB}"/>
              </a:ext>
            </a:extLst>
          </p:cNvPr>
          <p:cNvSpPr>
            <a:spLocks xmlns:a="http://schemas.openxmlformats.org/drawingml/2006/main" noGrp="1"/>
          </p:cNvSpPr>
          <p:nvPr/>
        </p:nvSpPr>
        <p:spPr>
          <a:xfrm xmlns:a="http://schemas.openxmlformats.org/drawingml/2006/main">
            <a:off x="8001000" y="481965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Proven capabilities for the next task</a:t>
            </a:r>
          </a:p>
        </p:txBody>
      </p:sp>
      <p:sp>
        <p:nvSpPr>
          <p:cNvPr id="13" name="">
            <a:extLst xmlns:a="http://schemas.openxmlformats.org/drawingml/2006/main">
              <a:ext uri="{FF2B5EF4-FFF2-40B4-BE49-F238E27FC236}">
                <a16:creationId xmlns:a16="http://schemas.microsoft.com/office/drawing/2014/main" id="{65ACA101-818E-4CFF-AB6D-F2A445252042}"/>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BB42ECA-87DF-41D3-B831-4DB7FB147178}"/>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Measure value: preparation effort · process quality · reuse effort.</a:t>
            </a:r>
          </a:p>
        </p:txBody>
      </p:sp>
    </p:spTree>
    <p:extLst>
      <p:ext uri="{BB962C8B-B14F-4D97-AF65-F5344CB8AC3E}">
        <p14:creationId xmlns:p14="http://schemas.microsoft.com/office/powerpoint/2010/main" val="3238827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EB61FF58-3D5C-4FDD-93E5-1098C20C5F69}"/>
              </a:ext>
            </a:extLst>
          </p:cNvPr>
          <p:cNvPicPr>
            <a:picLocks xmlns:a="http://schemas.openxmlformats.org/drawingml/2006/main" noChangeAspect="1"/>
          </p:cNvPicPr>
          <p:nvPr/>
        </p:nvPicPr>
        <p:blipFill>
          <a:blip xmlns:r="http://schemas.openxmlformats.org/officeDocument/2006/relationships" xmlns:a="http://schemas.openxmlformats.org/drawingml/2006/main" r:embed="Rd05354256b814bf0"/>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98993F-DAC3-4CDA-AA39-9C5508464D7B}"/>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A progressive path to autonomy</a:t>
            </a:r>
          </a:p>
        </p:txBody>
      </p:sp>
      <p:sp>
        <p:nvSpPr>
          <p:cNvPr id="3" name="">
            <a:extLst xmlns:a="http://schemas.openxmlformats.org/drawingml/2006/main">
              <a:ext uri="{FF2B5EF4-FFF2-40B4-BE49-F238E27FC236}">
                <a16:creationId xmlns:a16="http://schemas.microsoft.com/office/drawing/2014/main" id="{F31A3F2C-A724-42B0-A9F3-7AE54EFD3EA9}"/>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11</a:t>
            </a:r>
          </a:p>
        </p:txBody>
      </p:sp>
      <p:sp>
        <p:nvSpPr>
          <p:cNvPr id="4" name="">
            <a:extLst xmlns:a="http://schemas.openxmlformats.org/drawingml/2006/main">
              <a:ext uri="{FF2B5EF4-FFF2-40B4-BE49-F238E27FC236}">
                <a16:creationId xmlns:a16="http://schemas.microsoft.com/office/drawing/2014/main" id="{16A5E973-E28D-40C7-8015-494EDCE709B7}"/>
              </a:ext>
            </a:extLst>
          </p:cNvPr>
          <p:cNvSpPr>
            <a:spLocks xmlns:a="http://schemas.openxmlformats.org/drawingml/2006/main" noGrp="1"/>
          </p:cNvSpPr>
          <p:nvPr/>
        </p:nvSpPr>
        <p:spPr>
          <a:xfrm xmlns:a="http://schemas.openxmlformats.org/drawingml/2006/main">
            <a:off x="2152650" y="1685925"/>
            <a:ext cx="2286000" cy="762000"/>
          </a:xfrm>
          <a:prstGeom xmlns:a="http://schemas.openxmlformats.org/drawingml/2006/main" prst="rect">
            <a:avLst/>
          </a:prstGeom>
          <a:solidFill xmlns:a="http://schemas.openxmlformats.org/drawingml/2006/main">
            <a:srgbClr val="F8F3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F496AF-F758-446B-9867-8D6FC1850A05}"/>
              </a:ext>
            </a:extLst>
          </p:cNvPr>
          <p:cNvSpPr>
            <a:spLocks xmlns:a="http://schemas.openxmlformats.org/drawingml/2006/main" noGrp="1"/>
          </p:cNvSpPr>
          <p:nvPr/>
        </p:nvSpPr>
        <p:spPr>
          <a:xfrm xmlns:a="http://schemas.openxmlformats.org/drawingml/2006/main">
            <a:off x="2286000" y="1905000"/>
            <a:ext cx="20193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BB984C"/>
                </a:solidFill>
                <a:latin typeface="DejaVu Sans"/>
                <a:ea typeface="DejaVu Sans"/>
                <a:cs typeface="DejaVu Sans"/>
              </a:defRPr>
            </a:defPPr>
          </a:lstStyle>
          <a:p xmlns:a="http://schemas.openxmlformats.org/drawingml/2006/main">
            <a:pPr>
              <a:defRPr sz="1800" b="1">
                <a:solidFill>
                  <a:srgbClr val="BB984C"/>
                </a:solidFill>
                <a:latin typeface="DejaVu Sans"/>
                <a:ea typeface="DejaVu Sans"/>
                <a:cs typeface="DejaVu Sans"/>
              </a:defRPr>
            </a:pPr>
            <a:r>
              <a:rPr sz="1800" b="1">
                <a:solidFill>
                  <a:srgbClr val="BB984C"/>
                </a:solidFill>
                <a:latin typeface="DejaVu Sans"/>
                <a:ea typeface="DejaVu Sans"/>
                <a:cs typeface="DejaVu Sans"/>
              </a:rPr>
              <a:t>Task autonomy</a:t>
            </a:r>
          </a:p>
        </p:txBody>
      </p:sp>
      <p:sp>
        <p:nvSpPr>
          <p:cNvPr id="6" name="">
            <a:extLst xmlns:a="http://schemas.openxmlformats.org/drawingml/2006/main">
              <a:ext uri="{FF2B5EF4-FFF2-40B4-BE49-F238E27FC236}">
                <a16:creationId xmlns:a16="http://schemas.microsoft.com/office/drawing/2014/main" id="{C7D44543-C2FA-48BC-BC91-FF67DFACEDC0}"/>
              </a:ext>
            </a:extLst>
          </p:cNvPr>
          <p:cNvSpPr>
            <a:spLocks xmlns:a="http://schemas.openxmlformats.org/drawingml/2006/main" noGrp="1"/>
          </p:cNvSpPr>
          <p:nvPr/>
        </p:nvSpPr>
        <p:spPr>
          <a:xfrm xmlns:a="http://schemas.openxmlformats.org/drawingml/2006/main">
            <a:off x="6496050" y="188595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63B48"/>
                </a:solidFill>
                <a:latin typeface="DejaVu Sans"/>
                <a:ea typeface="DejaVu Sans"/>
                <a:cs typeface="DejaVu Sans"/>
              </a:defRPr>
            </a:defPPr>
          </a:lstStyle>
          <a:p xmlns:a="http://schemas.openxmlformats.org/drawingml/2006/main">
            <a:pPr>
              <a:defRPr sz="1800" b="0">
                <a:solidFill>
                  <a:srgbClr val="263B48"/>
                </a:solidFill>
                <a:latin typeface="DejaVu Sans"/>
                <a:ea typeface="DejaVu Sans"/>
                <a:cs typeface="DejaVu Sans"/>
              </a:defRPr>
            </a:pPr>
            <a:r>
              <a:rPr sz="1800" b="0">
                <a:solidFill>
                  <a:srgbClr val="263B48"/>
                </a:solidFill>
                <a:latin typeface="DejaVu Sans"/>
                <a:ea typeface="DejaVu Sans"/>
                <a:cs typeface="DejaVu Sans"/>
              </a:rPr>
              <a:t>Selected tasks within agreed limits</a:t>
            </a:r>
          </a:p>
        </p:txBody>
      </p:sp>
      <p:sp>
        <p:nvSpPr>
          <p:cNvPr id="7" name="">
            <a:extLst xmlns:a="http://schemas.openxmlformats.org/drawingml/2006/main">
              <a:ext uri="{FF2B5EF4-FFF2-40B4-BE49-F238E27FC236}">
                <a16:creationId xmlns:a16="http://schemas.microsoft.com/office/drawing/2014/main" id="{8361894C-8BCE-4938-B8DE-8B3C810DD265}"/>
              </a:ext>
            </a:extLst>
          </p:cNvPr>
          <p:cNvSpPr>
            <a:spLocks xmlns:a="http://schemas.openxmlformats.org/drawingml/2006/main" noGrp="1"/>
          </p:cNvSpPr>
          <p:nvPr/>
        </p:nvSpPr>
        <p:spPr>
          <a:xfrm xmlns:a="http://schemas.openxmlformats.org/drawingml/2006/main">
            <a:off x="1638300" y="2628900"/>
            <a:ext cx="3314700" cy="762000"/>
          </a:xfrm>
          <a:prstGeom xmlns:a="http://schemas.openxmlformats.org/drawingml/2006/main" prst="rect">
            <a:avLst/>
          </a:prstGeom>
          <a:solidFill xmlns:a="http://schemas.openxmlformats.org/drawingml/2006/main">
            <a:srgbClr val="FAEFE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2D2674-B001-4F13-A354-2EA175938CA7}"/>
              </a:ext>
            </a:extLst>
          </p:cNvPr>
          <p:cNvSpPr>
            <a:spLocks xmlns:a="http://schemas.openxmlformats.org/drawingml/2006/main" noGrp="1"/>
          </p:cNvSpPr>
          <p:nvPr/>
        </p:nvSpPr>
        <p:spPr>
          <a:xfrm xmlns:a="http://schemas.openxmlformats.org/drawingml/2006/main">
            <a:off x="1771650" y="2847975"/>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C77D70"/>
                </a:solidFill>
                <a:latin typeface="DejaVu Sans"/>
                <a:ea typeface="DejaVu Sans"/>
                <a:cs typeface="DejaVu Sans"/>
              </a:defRPr>
            </a:defPPr>
          </a:lstStyle>
          <a:p xmlns:a="http://schemas.openxmlformats.org/drawingml/2006/main">
            <a:pPr>
              <a:defRPr sz="1800" b="1">
                <a:solidFill>
                  <a:srgbClr val="C77D70"/>
                </a:solidFill>
                <a:latin typeface="DejaVu Sans"/>
                <a:ea typeface="DejaVu Sans"/>
                <a:cs typeface="DejaVu Sans"/>
              </a:defRPr>
            </a:pPr>
            <a:r>
              <a:rPr sz="1800" b="1">
                <a:solidFill>
                  <a:srgbClr val="C77D70"/>
                </a:solidFill>
                <a:latin typeface="DejaVu Sans"/>
                <a:ea typeface="DejaVu Sans"/>
                <a:cs typeface="DejaVu Sans"/>
              </a:rPr>
              <a:t>Adaptive execution</a:t>
            </a:r>
          </a:p>
        </p:txBody>
      </p:sp>
      <p:sp>
        <p:nvSpPr>
          <p:cNvPr id="9" name="">
            <a:extLst xmlns:a="http://schemas.openxmlformats.org/drawingml/2006/main">
              <a:ext uri="{FF2B5EF4-FFF2-40B4-BE49-F238E27FC236}">
                <a16:creationId xmlns:a16="http://schemas.microsoft.com/office/drawing/2014/main" id="{B521655E-713B-4DB1-9521-E7F1E101AB8B}"/>
              </a:ext>
            </a:extLst>
          </p:cNvPr>
          <p:cNvSpPr>
            <a:spLocks xmlns:a="http://schemas.openxmlformats.org/drawingml/2006/main" noGrp="1"/>
          </p:cNvSpPr>
          <p:nvPr/>
        </p:nvSpPr>
        <p:spPr>
          <a:xfrm xmlns:a="http://schemas.openxmlformats.org/drawingml/2006/main">
            <a:off x="6496050" y="282892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63B48"/>
                </a:solidFill>
                <a:latin typeface="DejaVu Sans"/>
                <a:ea typeface="DejaVu Sans"/>
                <a:cs typeface="DejaVu Sans"/>
              </a:defRPr>
            </a:defPPr>
          </a:lstStyle>
          <a:p xmlns:a="http://schemas.openxmlformats.org/drawingml/2006/main">
            <a:pPr>
              <a:defRPr sz="1800" b="0">
                <a:solidFill>
                  <a:srgbClr val="263B48"/>
                </a:solidFill>
                <a:latin typeface="DejaVu Sans"/>
                <a:ea typeface="DejaVu Sans"/>
                <a:cs typeface="DejaVu Sans"/>
              </a:defRPr>
            </a:pPr>
            <a:r>
              <a:rPr sz="1800" b="0">
                <a:solidFill>
                  <a:srgbClr val="263B48"/>
                </a:solidFill>
                <a:latin typeface="DejaVu Sans"/>
                <a:ea typeface="DejaVu Sans"/>
                <a:cs typeface="DejaVu Sans"/>
              </a:rPr>
              <a:t>Measure, adjust and recover</a:t>
            </a:r>
          </a:p>
        </p:txBody>
      </p:sp>
      <p:sp>
        <p:nvSpPr>
          <p:cNvPr id="10" name="">
            <a:extLst xmlns:a="http://schemas.openxmlformats.org/drawingml/2006/main">
              <a:ext uri="{FF2B5EF4-FFF2-40B4-BE49-F238E27FC236}">
                <a16:creationId xmlns:a16="http://schemas.microsoft.com/office/drawing/2014/main" id="{8E30B549-5098-46EE-8315-AE51A29B6623}"/>
              </a:ext>
            </a:extLst>
          </p:cNvPr>
          <p:cNvSpPr>
            <a:spLocks xmlns:a="http://schemas.openxmlformats.org/drawingml/2006/main" noGrp="1"/>
          </p:cNvSpPr>
          <p:nvPr/>
        </p:nvSpPr>
        <p:spPr>
          <a:xfrm xmlns:a="http://schemas.openxmlformats.org/drawingml/2006/main">
            <a:off x="1123950" y="3571875"/>
            <a:ext cx="4343400" cy="762000"/>
          </a:xfrm>
          <a:prstGeom xmlns:a="http://schemas.openxmlformats.org/drawingml/2006/main" prst="rect">
            <a:avLst/>
          </a:prstGeom>
          <a:solidFill xmlns:a="http://schemas.openxmlformats.org/drawingml/2006/main">
            <a:srgbClr val="EDF3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20309F-6EFB-411C-8618-ED57DA6D8ECE}"/>
              </a:ext>
            </a:extLst>
          </p:cNvPr>
          <p:cNvSpPr>
            <a:spLocks xmlns:a="http://schemas.openxmlformats.org/drawingml/2006/main" noGrp="1"/>
          </p:cNvSpPr>
          <p:nvPr/>
        </p:nvSpPr>
        <p:spPr>
          <a:xfrm xmlns:a="http://schemas.openxmlformats.org/drawingml/2006/main">
            <a:off x="1257300" y="3790950"/>
            <a:ext cx="4076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618AA7"/>
                </a:solidFill>
                <a:latin typeface="DejaVu Sans"/>
                <a:ea typeface="DejaVu Sans"/>
                <a:cs typeface="DejaVu Sans"/>
              </a:defRPr>
            </a:defPPr>
          </a:lstStyle>
          <a:p xmlns:a="http://schemas.openxmlformats.org/drawingml/2006/main">
            <a:pPr>
              <a:defRPr sz="1800" b="1">
                <a:solidFill>
                  <a:srgbClr val="618AA7"/>
                </a:solidFill>
                <a:latin typeface="DejaVu Sans"/>
                <a:ea typeface="DejaVu Sans"/>
                <a:cs typeface="DejaVu Sans"/>
              </a:defRPr>
            </a:pPr>
            <a:r>
              <a:rPr sz="1800" b="1">
                <a:solidFill>
                  <a:srgbClr val="618AA7"/>
                </a:solidFill>
                <a:latin typeface="DejaVu Sans"/>
                <a:ea typeface="DejaVu Sans"/>
                <a:cs typeface="DejaVu Sans"/>
              </a:rPr>
              <a:t>Automatic planning</a:t>
            </a:r>
          </a:p>
        </p:txBody>
      </p:sp>
      <p:sp>
        <p:nvSpPr>
          <p:cNvPr id="12" name="">
            <a:extLst xmlns:a="http://schemas.openxmlformats.org/drawingml/2006/main">
              <a:ext uri="{FF2B5EF4-FFF2-40B4-BE49-F238E27FC236}">
                <a16:creationId xmlns:a16="http://schemas.microsoft.com/office/drawing/2014/main" id="{9298B8E3-80C5-42A8-8A30-828E8D9DB225}"/>
              </a:ext>
            </a:extLst>
          </p:cNvPr>
          <p:cNvSpPr>
            <a:spLocks xmlns:a="http://schemas.openxmlformats.org/drawingml/2006/main" noGrp="1"/>
          </p:cNvSpPr>
          <p:nvPr/>
        </p:nvSpPr>
        <p:spPr>
          <a:xfrm xmlns:a="http://schemas.openxmlformats.org/drawingml/2006/main">
            <a:off x="6496050" y="37719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63B48"/>
                </a:solidFill>
                <a:latin typeface="DejaVu Sans"/>
                <a:ea typeface="DejaVu Sans"/>
                <a:cs typeface="DejaVu Sans"/>
              </a:defRPr>
            </a:defPPr>
          </a:lstStyle>
          <a:p xmlns:a="http://schemas.openxmlformats.org/drawingml/2006/main">
            <a:pPr>
              <a:defRPr sz="1800" b="0">
                <a:solidFill>
                  <a:srgbClr val="263B48"/>
                </a:solidFill>
                <a:latin typeface="DejaVu Sans"/>
                <a:ea typeface="DejaVu Sans"/>
                <a:cs typeface="DejaVu Sans"/>
              </a:defRPr>
            </a:pPr>
            <a:r>
              <a:rPr sz="1800" b="0">
                <a:solidFill>
                  <a:srgbClr val="263B48"/>
                </a:solidFill>
                <a:latin typeface="DejaVu Sans"/>
                <a:ea typeface="DejaVu Sans"/>
                <a:cs typeface="DejaVu Sans"/>
              </a:rPr>
              <a:t>Software prepares the motion</a:t>
            </a:r>
          </a:p>
        </p:txBody>
      </p:sp>
      <p:sp>
        <p:nvSpPr>
          <p:cNvPr id="13" name="">
            <a:extLst xmlns:a="http://schemas.openxmlformats.org/drawingml/2006/main">
              <a:ext uri="{FF2B5EF4-FFF2-40B4-BE49-F238E27FC236}">
                <a16:creationId xmlns:a16="http://schemas.microsoft.com/office/drawing/2014/main" id="{71EEADF4-1CAA-4691-8715-F380E636D8FF}"/>
              </a:ext>
            </a:extLst>
          </p:cNvPr>
          <p:cNvSpPr>
            <a:spLocks xmlns:a="http://schemas.openxmlformats.org/drawingml/2006/main" noGrp="1"/>
          </p:cNvSpPr>
          <p:nvPr/>
        </p:nvSpPr>
        <p:spPr>
          <a:xfrm xmlns:a="http://schemas.openxmlformats.org/drawingml/2006/main">
            <a:off x="609600" y="4514850"/>
            <a:ext cx="5372100" cy="762000"/>
          </a:xfrm>
          <a:prstGeom xmlns:a="http://schemas.openxmlformats.org/drawingml/2006/main" prst="rect">
            <a:avLst/>
          </a:prstGeom>
          <a:solidFill xmlns:a="http://schemas.openxmlformats.org/drawingml/2006/main">
            <a:srgbClr val="EAF4F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A516FB3-5FB6-41FE-8697-8CC07CC3836B}"/>
              </a:ext>
            </a:extLst>
          </p:cNvPr>
          <p:cNvSpPr>
            <a:spLocks xmlns:a="http://schemas.openxmlformats.org/drawingml/2006/main" noGrp="1"/>
          </p:cNvSpPr>
          <p:nvPr/>
        </p:nvSpPr>
        <p:spPr>
          <a:xfrm xmlns:a="http://schemas.openxmlformats.org/drawingml/2006/main">
            <a:off x="742950" y="4733925"/>
            <a:ext cx="5105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98F91"/>
                </a:solidFill>
                <a:latin typeface="DejaVu Sans"/>
                <a:ea typeface="DejaVu Sans"/>
                <a:cs typeface="DejaVu Sans"/>
              </a:defRPr>
            </a:defPPr>
          </a:lstStyle>
          <a:p xmlns:a="http://schemas.openxmlformats.org/drawingml/2006/main">
            <a:pPr>
              <a:defRPr sz="1800" b="1">
                <a:solidFill>
                  <a:srgbClr val="398F91"/>
                </a:solidFill>
                <a:latin typeface="DejaVu Sans"/>
                <a:ea typeface="DejaVu Sans"/>
                <a:cs typeface="DejaVu Sans"/>
              </a:defRPr>
            </a:pPr>
            <a:r>
              <a:rPr sz="1800" b="1">
                <a:solidFill>
                  <a:srgbClr val="398F91"/>
                </a:solidFill>
                <a:latin typeface="DejaVu Sans"/>
                <a:ea typeface="DejaVu Sans"/>
                <a:cs typeface="DejaVu Sans"/>
              </a:rPr>
              <a:t>Manual / OLP / NC</a:t>
            </a:r>
          </a:p>
        </p:txBody>
      </p:sp>
      <p:sp>
        <p:nvSpPr>
          <p:cNvPr id="15" name="">
            <a:extLst xmlns:a="http://schemas.openxmlformats.org/drawingml/2006/main">
              <a:ext uri="{FF2B5EF4-FFF2-40B4-BE49-F238E27FC236}">
                <a16:creationId xmlns:a16="http://schemas.microsoft.com/office/drawing/2014/main" id="{B67395EC-71B0-493C-A245-B3DCCDE0DFCD}"/>
              </a:ext>
            </a:extLst>
          </p:cNvPr>
          <p:cNvSpPr>
            <a:spLocks xmlns:a="http://schemas.openxmlformats.org/drawingml/2006/main" noGrp="1"/>
          </p:cNvSpPr>
          <p:nvPr/>
        </p:nvSpPr>
        <p:spPr>
          <a:xfrm xmlns:a="http://schemas.openxmlformats.org/drawingml/2006/main">
            <a:off x="6496050" y="47148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63B48"/>
                </a:solidFill>
                <a:latin typeface="DejaVu Sans"/>
                <a:ea typeface="DejaVu Sans"/>
                <a:cs typeface="DejaVu Sans"/>
              </a:defRPr>
            </a:defPPr>
          </a:lstStyle>
          <a:p xmlns:a="http://schemas.openxmlformats.org/drawingml/2006/main">
            <a:pPr>
              <a:defRPr sz="1800" b="0">
                <a:solidFill>
                  <a:srgbClr val="263B48"/>
                </a:solidFill>
                <a:latin typeface="DejaVu Sans"/>
                <a:ea typeface="DejaVu Sans"/>
                <a:cs typeface="DejaVu Sans"/>
              </a:defRPr>
            </a:pPr>
            <a:r>
              <a:rPr sz="1800" b="0">
                <a:solidFill>
                  <a:srgbClr val="263B48"/>
                </a:solidFill>
                <a:latin typeface="DejaVu Sans"/>
                <a:ea typeface="DejaVu Sans"/>
                <a:cs typeface="DejaVu Sans"/>
              </a:rPr>
              <a:t>Expert foundation for known processes</a:t>
            </a:r>
          </a:p>
        </p:txBody>
      </p:sp>
      <p:sp>
        <p:nvSpPr>
          <p:cNvPr id="16" name="">
            <a:extLst xmlns:a="http://schemas.openxmlformats.org/drawingml/2006/main">
              <a:ext uri="{FF2B5EF4-FFF2-40B4-BE49-F238E27FC236}">
                <a16:creationId xmlns:a16="http://schemas.microsoft.com/office/drawing/2014/main" id="{80A8F79A-09CC-44EB-81AF-0B22546E4D4C}"/>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F043F1D-BD02-4530-A50B-00EC17120809}"/>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Increase automation where it adds value. Validate every step.</a:t>
            </a:r>
          </a:p>
        </p:txBody>
      </p:sp>
    </p:spTree>
    <p:extLst>
      <p:ext uri="{BB962C8B-B14F-4D97-AF65-F5344CB8AC3E}">
        <p14:creationId xmlns:p14="http://schemas.microsoft.com/office/powerpoint/2010/main" val="675543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69E1D9C-13CC-41D1-97EE-BDFD77E3B130}"/>
              </a:ext>
            </a:extLst>
          </p:cNvPr>
          <p:cNvPicPr>
            <a:picLocks xmlns:a="http://schemas.openxmlformats.org/drawingml/2006/main" noChangeAspect="1"/>
          </p:cNvPicPr>
          <p:nvPr/>
        </p:nvPicPr>
        <p:blipFill>
          <a:blip xmlns:r="http://schemas.openxmlformats.org/officeDocument/2006/relationships" xmlns:a="http://schemas.openxmlformats.org/drawingml/2006/main" r:embed="Rd9c75aadf519401f"/>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1E8D597-9DAB-4F69-858A-5EA8F120E5D1}"/>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Build on expertise. Make preparation more predictable.</a:t>
            </a:r>
          </a:p>
        </p:txBody>
      </p:sp>
      <p:sp>
        <p:nvSpPr>
          <p:cNvPr id="3" name="">
            <a:extLst xmlns:a="http://schemas.openxmlformats.org/drawingml/2006/main">
              <a:ext uri="{FF2B5EF4-FFF2-40B4-BE49-F238E27FC236}">
                <a16:creationId xmlns:a16="http://schemas.microsoft.com/office/drawing/2014/main" id="{1EC48E10-B55F-4D4F-BBBE-2CF5CDBD9F30}"/>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12</a:t>
            </a:r>
          </a:p>
        </p:txBody>
      </p:sp>
      <p:sp>
        <p:nvSpPr>
          <p:cNvPr id="4" name="">
            <a:extLst xmlns:a="http://schemas.openxmlformats.org/drawingml/2006/main">
              <a:ext uri="{FF2B5EF4-FFF2-40B4-BE49-F238E27FC236}">
                <a16:creationId xmlns:a16="http://schemas.microsoft.com/office/drawing/2014/main" id="{BA87BD41-32B9-4B07-8EB6-C2A380EE0089}"/>
              </a:ext>
            </a:extLst>
          </p:cNvPr>
          <p:cNvSpPr>
            <a:spLocks xmlns:a="http://schemas.openxmlformats.org/drawingml/2006/main" noGrp="1"/>
          </p:cNvSpPr>
          <p:nvPr/>
        </p:nvSpPr>
        <p:spPr>
          <a:xfrm xmlns:a="http://schemas.openxmlformats.org/drawingml/2006/main">
            <a:off x="609600" y="1695450"/>
            <a:ext cx="609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63B48"/>
                </a:solidFill>
                <a:latin typeface="DejaVu Sans"/>
                <a:ea typeface="DejaVu Sans"/>
                <a:cs typeface="DejaVu Sans"/>
              </a:defRPr>
            </a:defPPr>
          </a:lstStyle>
          <a:p xmlns:a="http://schemas.openxmlformats.org/drawingml/2006/main">
            <a:pPr>
              <a:defRPr sz="1950" b="1">
                <a:solidFill>
                  <a:srgbClr val="263B48"/>
                </a:solidFill>
                <a:latin typeface="DejaVu Sans"/>
                <a:ea typeface="DejaVu Sans"/>
                <a:cs typeface="DejaVu Sans"/>
              </a:defRPr>
            </a:pPr>
            <a:r>
              <a:rPr sz="1950" b="1">
                <a:solidFill>
                  <a:srgbClr val="263B48"/>
                </a:solidFill>
                <a:latin typeface="DejaVu Sans"/>
                <a:ea typeface="DejaVu Sans"/>
                <a:cs typeface="DejaVu Sans"/>
              </a:rPr>
              <a:t>Same panel · different preparation effort</a:t>
            </a:r>
          </a:p>
        </p:txBody>
      </p:sp>
      <p:sp>
        <p:nvSpPr>
          <p:cNvPr id="5" name="">
            <a:extLst xmlns:a="http://schemas.openxmlformats.org/drawingml/2006/main">
              <a:ext uri="{FF2B5EF4-FFF2-40B4-BE49-F238E27FC236}">
                <a16:creationId xmlns:a16="http://schemas.microsoft.com/office/drawing/2014/main" id="{A880651D-3689-4211-A0B3-C521D143103D}"/>
              </a:ext>
            </a:extLst>
          </p:cNvPr>
          <p:cNvSpPr>
            <a:spLocks xmlns:a="http://schemas.openxmlformats.org/drawingml/2006/main" noGrp="1"/>
          </p:cNvSpPr>
          <p:nvPr/>
        </p:nvSpPr>
        <p:spPr>
          <a:xfrm xmlns:a="http://schemas.openxmlformats.org/drawingml/2006/main">
            <a:off x="1095375" y="3476625"/>
            <a:ext cx="914400" cy="1333500"/>
          </a:xfrm>
          <a:prstGeom xmlns:a="http://schemas.openxmlformats.org/drawingml/2006/main" prst="rect">
            <a:avLst/>
          </a:prstGeom>
          <a:solidFill xmlns:a="http://schemas.openxmlformats.org/drawingml/2006/main">
            <a:srgbClr val="398F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89DCBB4-0C36-4F13-A866-2585072B8950}"/>
              </a:ext>
            </a:extLst>
          </p:cNvPr>
          <p:cNvSpPr>
            <a:spLocks xmlns:a="http://schemas.openxmlformats.org/drawingml/2006/main" noGrp="1"/>
          </p:cNvSpPr>
          <p:nvPr/>
        </p:nvSpPr>
        <p:spPr>
          <a:xfrm xmlns:a="http://schemas.openxmlformats.org/drawingml/2006/main">
            <a:off x="923925" y="5019675"/>
            <a:ext cx="1352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667782"/>
                </a:solidFill>
                <a:latin typeface="DejaVu Sans"/>
                <a:ea typeface="DejaVu Sans"/>
                <a:cs typeface="DejaVu Sans"/>
              </a:defRPr>
            </a:defPPr>
          </a:lstStyle>
          <a:p xmlns:a="http://schemas.openxmlformats.org/drawingml/2006/main">
            <a:pPr>
              <a:defRPr sz="1425" b="0">
                <a:solidFill>
                  <a:srgbClr val="667782"/>
                </a:solidFill>
                <a:latin typeface="DejaVu Sans"/>
                <a:ea typeface="DejaVu Sans"/>
                <a:cs typeface="DejaVu Sans"/>
              </a:defRPr>
            </a:pPr>
            <a:r>
              <a:rPr sz="1425" b="0">
                <a:solidFill>
                  <a:srgbClr val="667782"/>
                </a:solidFill>
                <a:latin typeface="DejaVu Sans"/>
                <a:ea typeface="DejaVu Sans"/>
                <a:cs typeface="DejaVu Sans"/>
              </a:rPr>
              <a:t>Engineer A</a:t>
            </a:r>
          </a:p>
        </p:txBody>
      </p:sp>
      <p:sp>
        <p:nvSpPr>
          <p:cNvPr id="7" name="">
            <a:extLst xmlns:a="http://schemas.openxmlformats.org/drawingml/2006/main">
              <a:ext uri="{FF2B5EF4-FFF2-40B4-BE49-F238E27FC236}">
                <a16:creationId xmlns:a16="http://schemas.microsoft.com/office/drawing/2014/main" id="{D820FACE-A321-45B6-8FA3-E944C6B24BBC}"/>
              </a:ext>
            </a:extLst>
          </p:cNvPr>
          <p:cNvSpPr>
            <a:spLocks xmlns:a="http://schemas.openxmlformats.org/drawingml/2006/main" noGrp="1"/>
          </p:cNvSpPr>
          <p:nvPr/>
        </p:nvSpPr>
        <p:spPr>
          <a:xfrm xmlns:a="http://schemas.openxmlformats.org/drawingml/2006/main">
            <a:off x="2638425" y="2476500"/>
            <a:ext cx="914400" cy="2333625"/>
          </a:xfrm>
          <a:prstGeom xmlns:a="http://schemas.openxmlformats.org/drawingml/2006/main" prst="rect">
            <a:avLst/>
          </a:prstGeom>
          <a:solidFill xmlns:a="http://schemas.openxmlformats.org/drawingml/2006/main">
            <a:srgbClr val="618AA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923952-B758-497F-B2CC-272CF9904D6F}"/>
              </a:ext>
            </a:extLst>
          </p:cNvPr>
          <p:cNvSpPr>
            <a:spLocks xmlns:a="http://schemas.openxmlformats.org/drawingml/2006/main" noGrp="1"/>
          </p:cNvSpPr>
          <p:nvPr/>
        </p:nvSpPr>
        <p:spPr>
          <a:xfrm xmlns:a="http://schemas.openxmlformats.org/drawingml/2006/main">
            <a:off x="2466975" y="5019675"/>
            <a:ext cx="1352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667782"/>
                </a:solidFill>
                <a:latin typeface="DejaVu Sans"/>
                <a:ea typeface="DejaVu Sans"/>
                <a:cs typeface="DejaVu Sans"/>
              </a:defRPr>
            </a:defPPr>
          </a:lstStyle>
          <a:p xmlns:a="http://schemas.openxmlformats.org/drawingml/2006/main">
            <a:pPr>
              <a:defRPr sz="1425" b="0">
                <a:solidFill>
                  <a:srgbClr val="667782"/>
                </a:solidFill>
                <a:latin typeface="DejaVu Sans"/>
                <a:ea typeface="DejaVu Sans"/>
                <a:cs typeface="DejaVu Sans"/>
              </a:defRPr>
            </a:pPr>
            <a:r>
              <a:rPr sz="1425" b="0">
                <a:solidFill>
                  <a:srgbClr val="667782"/>
                </a:solidFill>
                <a:latin typeface="DejaVu Sans"/>
                <a:ea typeface="DejaVu Sans"/>
                <a:cs typeface="DejaVu Sans"/>
              </a:rPr>
              <a:t>Engineer B</a:t>
            </a:r>
          </a:p>
        </p:txBody>
      </p:sp>
      <p:sp>
        <p:nvSpPr>
          <p:cNvPr id="9" name="">
            <a:extLst xmlns:a="http://schemas.openxmlformats.org/drawingml/2006/main">
              <a:ext uri="{FF2B5EF4-FFF2-40B4-BE49-F238E27FC236}">
                <a16:creationId xmlns:a16="http://schemas.microsoft.com/office/drawing/2014/main" id="{3E37945C-61B3-4E95-B00D-3262281FD0FE}"/>
              </a:ext>
            </a:extLst>
          </p:cNvPr>
          <p:cNvSpPr>
            <a:spLocks xmlns:a="http://schemas.openxmlformats.org/drawingml/2006/main" noGrp="1"/>
          </p:cNvSpPr>
          <p:nvPr/>
        </p:nvSpPr>
        <p:spPr>
          <a:xfrm xmlns:a="http://schemas.openxmlformats.org/drawingml/2006/main">
            <a:off x="4181475" y="2952750"/>
            <a:ext cx="914400" cy="1857375"/>
          </a:xfrm>
          <a:prstGeom xmlns:a="http://schemas.openxmlformats.org/drawingml/2006/main" prst="rect">
            <a:avLst/>
          </a:prstGeom>
          <a:solidFill xmlns:a="http://schemas.openxmlformats.org/drawingml/2006/main">
            <a:srgbClr val="C77D7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975896C-1329-4F2F-A7C6-F6B6EE4A4A3B}"/>
              </a:ext>
            </a:extLst>
          </p:cNvPr>
          <p:cNvSpPr>
            <a:spLocks xmlns:a="http://schemas.openxmlformats.org/drawingml/2006/main" noGrp="1"/>
          </p:cNvSpPr>
          <p:nvPr/>
        </p:nvSpPr>
        <p:spPr>
          <a:xfrm xmlns:a="http://schemas.openxmlformats.org/drawingml/2006/main">
            <a:off x="4010025" y="5019675"/>
            <a:ext cx="13525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667782"/>
                </a:solidFill>
                <a:latin typeface="DejaVu Sans"/>
                <a:ea typeface="DejaVu Sans"/>
                <a:cs typeface="DejaVu Sans"/>
              </a:defRPr>
            </a:defPPr>
          </a:lstStyle>
          <a:p xmlns:a="http://schemas.openxmlformats.org/drawingml/2006/main">
            <a:pPr>
              <a:defRPr sz="1425" b="0">
                <a:solidFill>
                  <a:srgbClr val="667782"/>
                </a:solidFill>
                <a:latin typeface="DejaVu Sans"/>
                <a:ea typeface="DejaVu Sans"/>
                <a:cs typeface="DejaVu Sans"/>
              </a:defRPr>
            </a:pPr>
            <a:r>
              <a:rPr sz="1425" b="0">
                <a:solidFill>
                  <a:srgbClr val="667782"/>
                </a:solidFill>
                <a:latin typeface="DejaVu Sans"/>
                <a:ea typeface="DejaVu Sans"/>
                <a:cs typeface="DejaVu Sans"/>
              </a:rPr>
              <a:t>Engineer C</a:t>
            </a:r>
          </a:p>
        </p:txBody>
      </p:sp>
      <p:sp>
        <p:nvSpPr>
          <p:cNvPr id="11" name="">
            <a:extLst xmlns:a="http://schemas.openxmlformats.org/drawingml/2006/main">
              <a:ext uri="{FF2B5EF4-FFF2-40B4-BE49-F238E27FC236}">
                <a16:creationId xmlns:a16="http://schemas.microsoft.com/office/drawing/2014/main" id="{FE511BE4-25AC-48D2-B14E-868E774CDA1D}"/>
              </a:ext>
            </a:extLst>
          </p:cNvPr>
          <p:cNvSpPr>
            <a:spLocks xmlns:a="http://schemas.openxmlformats.org/drawingml/2006/main" noGrp="1"/>
          </p:cNvSpPr>
          <p:nvPr/>
        </p:nvSpPr>
        <p:spPr>
          <a:xfrm xmlns:a="http://schemas.openxmlformats.org/drawingml/2006/main">
            <a:off x="819150" y="4810125"/>
            <a:ext cx="4905375"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F9C0BE-D601-4078-9C6C-47359F7C0751}"/>
              </a:ext>
            </a:extLst>
          </p:cNvPr>
          <p:cNvSpPr>
            <a:spLocks xmlns:a="http://schemas.openxmlformats.org/drawingml/2006/main" noGrp="1"/>
          </p:cNvSpPr>
          <p:nvPr/>
        </p:nvSpPr>
        <p:spPr>
          <a:xfrm xmlns:a="http://schemas.openxmlformats.org/drawingml/2006/main">
            <a:off x="609600" y="5524500"/>
            <a:ext cx="6191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782"/>
                </a:solidFill>
                <a:latin typeface="DejaVu Sans"/>
                <a:ea typeface="DejaVu Sans"/>
                <a:cs typeface="DejaVu Sans"/>
              </a:defRPr>
            </a:defPPr>
          </a:lstStyle>
          <a:p xmlns:a="http://schemas.openxmlformats.org/drawingml/2006/main">
            <a:pPr>
              <a:defRPr sz="1350" b="0">
                <a:solidFill>
                  <a:srgbClr val="667782"/>
                </a:solidFill>
                <a:latin typeface="DejaVu Sans"/>
                <a:ea typeface="DejaVu Sans"/>
                <a:cs typeface="DejaVu Sans"/>
              </a:defRPr>
            </a:pPr>
            <a:r>
              <a:rPr sz="1350" b="0">
                <a:solidFill>
                  <a:srgbClr val="667782"/>
                </a:solidFill>
                <a:latin typeface="DejaVu Sans"/>
                <a:ea typeface="DejaVu Sans"/>
                <a:cs typeface="DejaVu Sans"/>
              </a:rPr>
              <a:t>Illustrative variation — not measured hours</a:t>
            </a:r>
          </a:p>
        </p:txBody>
      </p:sp>
      <p:sp>
        <p:nvSpPr>
          <p:cNvPr id="13" name="">
            <a:extLst xmlns:a="http://schemas.openxmlformats.org/drawingml/2006/main">
              <a:ext uri="{FF2B5EF4-FFF2-40B4-BE49-F238E27FC236}">
                <a16:creationId xmlns:a16="http://schemas.microsoft.com/office/drawing/2014/main" id="{54272C45-5F4B-46C5-AC0C-83A7BB6A84EC}"/>
              </a:ext>
            </a:extLst>
          </p:cNvPr>
          <p:cNvSpPr>
            <a:spLocks xmlns:a="http://schemas.openxmlformats.org/drawingml/2006/main" noGrp="1"/>
          </p:cNvSpPr>
          <p:nvPr/>
        </p:nvSpPr>
        <p:spPr>
          <a:xfrm xmlns:a="http://schemas.openxmlformats.org/drawingml/2006/main">
            <a:off x="7277100" y="231457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98F91"/>
                </a:solidFill>
                <a:latin typeface="DejaVu Sans"/>
                <a:ea typeface="DejaVu Sans"/>
                <a:cs typeface="DejaVu Sans"/>
              </a:defRPr>
            </a:defPPr>
          </a:lstStyle>
          <a:p xmlns:a="http://schemas.openxmlformats.org/drawingml/2006/main">
            <a:pPr>
              <a:defRPr sz="2250" b="1">
                <a:solidFill>
                  <a:srgbClr val="398F91"/>
                </a:solidFill>
                <a:latin typeface="DejaVu Sans"/>
                <a:ea typeface="DejaVu Sans"/>
                <a:cs typeface="DejaVu Sans"/>
              </a:defRPr>
            </a:pPr>
            <a:r>
              <a:rPr sz="2250" b="1">
                <a:solidFill>
                  <a:srgbClr val="398F91"/>
                </a:solidFill>
                <a:latin typeface="DejaVu Sans"/>
                <a:ea typeface="DejaVu Sans"/>
                <a:cs typeface="DejaVu Sans"/>
              </a:rPr>
              <a:t>01</a:t>
            </a:r>
          </a:p>
        </p:txBody>
      </p:sp>
      <p:sp>
        <p:nvSpPr>
          <p:cNvPr id="14" name="">
            <a:extLst xmlns:a="http://schemas.openxmlformats.org/drawingml/2006/main">
              <a:ext uri="{FF2B5EF4-FFF2-40B4-BE49-F238E27FC236}">
                <a16:creationId xmlns:a16="http://schemas.microsoft.com/office/drawing/2014/main" id="{CED972E0-3661-4F2D-AABD-5B5CA41CB184}"/>
              </a:ext>
            </a:extLst>
          </p:cNvPr>
          <p:cNvSpPr>
            <a:spLocks xmlns:a="http://schemas.openxmlformats.org/drawingml/2006/main" noGrp="1"/>
          </p:cNvSpPr>
          <p:nvPr/>
        </p:nvSpPr>
        <p:spPr>
          <a:xfrm xmlns:a="http://schemas.openxmlformats.org/drawingml/2006/main">
            <a:off x="8058150" y="2343150"/>
            <a:ext cx="3305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63B48"/>
                </a:solidFill>
                <a:latin typeface="DejaVu Sans"/>
                <a:ea typeface="DejaVu Sans"/>
                <a:cs typeface="DejaVu Sans"/>
              </a:defRPr>
            </a:defPPr>
          </a:lstStyle>
          <a:p xmlns:a="http://schemas.openxmlformats.org/drawingml/2006/main">
            <a:pPr>
              <a:defRPr sz="2025" b="1">
                <a:solidFill>
                  <a:srgbClr val="263B48"/>
                </a:solidFill>
                <a:latin typeface="DejaVu Sans"/>
                <a:ea typeface="DejaVu Sans"/>
                <a:cs typeface="DejaVu Sans"/>
              </a:defRPr>
            </a:pPr>
            <a:r>
              <a:rPr sz="2025" b="1">
                <a:solidFill>
                  <a:srgbClr val="263B48"/>
                </a:solidFill>
                <a:latin typeface="DejaVu Sans"/>
                <a:ea typeface="DejaVu Sans"/>
                <a:cs typeface="DejaVu Sans"/>
              </a:rPr>
              <a:t>Capture expert methods</a:t>
            </a:r>
          </a:p>
        </p:txBody>
      </p:sp>
      <p:sp>
        <p:nvSpPr>
          <p:cNvPr id="15" name="">
            <a:extLst xmlns:a="http://schemas.openxmlformats.org/drawingml/2006/main">
              <a:ext uri="{FF2B5EF4-FFF2-40B4-BE49-F238E27FC236}">
                <a16:creationId xmlns:a16="http://schemas.microsoft.com/office/drawing/2014/main" id="{36C107D3-9A31-48E4-869C-B92DE2A9E6A8}"/>
              </a:ext>
            </a:extLst>
          </p:cNvPr>
          <p:cNvSpPr>
            <a:spLocks xmlns:a="http://schemas.openxmlformats.org/drawingml/2006/main" noGrp="1"/>
          </p:cNvSpPr>
          <p:nvPr/>
        </p:nvSpPr>
        <p:spPr>
          <a:xfrm xmlns:a="http://schemas.openxmlformats.org/drawingml/2006/main">
            <a:off x="7277100" y="336232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618AA7"/>
                </a:solidFill>
                <a:latin typeface="DejaVu Sans"/>
                <a:ea typeface="DejaVu Sans"/>
                <a:cs typeface="DejaVu Sans"/>
              </a:defRPr>
            </a:defPPr>
          </a:lstStyle>
          <a:p xmlns:a="http://schemas.openxmlformats.org/drawingml/2006/main">
            <a:pPr>
              <a:defRPr sz="2250" b="1">
                <a:solidFill>
                  <a:srgbClr val="618AA7"/>
                </a:solidFill>
                <a:latin typeface="DejaVu Sans"/>
                <a:ea typeface="DejaVu Sans"/>
                <a:cs typeface="DejaVu Sans"/>
              </a:defRPr>
            </a:pPr>
            <a:r>
              <a:rPr sz="2250" b="1">
                <a:solidFill>
                  <a:srgbClr val="618AA7"/>
                </a:solidFill>
                <a:latin typeface="DejaVu Sans"/>
                <a:ea typeface="DejaVu Sans"/>
                <a:cs typeface="DejaVu Sans"/>
              </a:rPr>
              <a:t>02</a:t>
            </a:r>
          </a:p>
        </p:txBody>
      </p:sp>
      <p:sp>
        <p:nvSpPr>
          <p:cNvPr id="16" name="">
            <a:extLst xmlns:a="http://schemas.openxmlformats.org/drawingml/2006/main">
              <a:ext uri="{FF2B5EF4-FFF2-40B4-BE49-F238E27FC236}">
                <a16:creationId xmlns:a16="http://schemas.microsoft.com/office/drawing/2014/main" id="{CD391228-0E3F-448B-B565-362DA14B5848}"/>
              </a:ext>
            </a:extLst>
          </p:cNvPr>
          <p:cNvSpPr>
            <a:spLocks xmlns:a="http://schemas.openxmlformats.org/drawingml/2006/main" noGrp="1"/>
          </p:cNvSpPr>
          <p:nvPr/>
        </p:nvSpPr>
        <p:spPr>
          <a:xfrm xmlns:a="http://schemas.openxmlformats.org/drawingml/2006/main">
            <a:off x="8058150" y="3390900"/>
            <a:ext cx="3305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63B48"/>
                </a:solidFill>
                <a:latin typeface="DejaVu Sans"/>
                <a:ea typeface="DejaVu Sans"/>
                <a:cs typeface="DejaVu Sans"/>
              </a:defRPr>
            </a:defPPr>
          </a:lstStyle>
          <a:p xmlns:a="http://schemas.openxmlformats.org/drawingml/2006/main">
            <a:pPr>
              <a:defRPr sz="2025" b="1">
                <a:solidFill>
                  <a:srgbClr val="263B48"/>
                </a:solidFill>
                <a:latin typeface="DejaVu Sans"/>
                <a:ea typeface="DejaVu Sans"/>
                <a:cs typeface="DejaVu Sans"/>
              </a:defRPr>
            </a:pPr>
            <a:r>
              <a:rPr sz="2025" b="1">
                <a:solidFill>
                  <a:srgbClr val="263B48"/>
                </a:solidFill>
                <a:latin typeface="DejaVu Sans"/>
                <a:ea typeface="DejaVu Sans"/>
                <a:cs typeface="DejaVu Sans"/>
              </a:rPr>
              <a:t>Reuse validated plans</a:t>
            </a:r>
          </a:p>
        </p:txBody>
      </p:sp>
      <p:sp>
        <p:nvSpPr>
          <p:cNvPr id="17" name="">
            <a:extLst xmlns:a="http://schemas.openxmlformats.org/drawingml/2006/main">
              <a:ext uri="{FF2B5EF4-FFF2-40B4-BE49-F238E27FC236}">
                <a16:creationId xmlns:a16="http://schemas.microsoft.com/office/drawing/2014/main" id="{F6730035-2E90-4428-9216-A8D51DF6AFB1}"/>
              </a:ext>
            </a:extLst>
          </p:cNvPr>
          <p:cNvSpPr>
            <a:spLocks xmlns:a="http://schemas.openxmlformats.org/drawingml/2006/main" noGrp="1"/>
          </p:cNvSpPr>
          <p:nvPr/>
        </p:nvSpPr>
        <p:spPr>
          <a:xfrm xmlns:a="http://schemas.openxmlformats.org/drawingml/2006/main">
            <a:off x="7277100" y="4410075"/>
            <a:ext cx="685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C77D70"/>
                </a:solidFill>
                <a:latin typeface="DejaVu Sans"/>
                <a:ea typeface="DejaVu Sans"/>
                <a:cs typeface="DejaVu Sans"/>
              </a:defRPr>
            </a:defPPr>
          </a:lstStyle>
          <a:p xmlns:a="http://schemas.openxmlformats.org/drawingml/2006/main">
            <a:pPr>
              <a:defRPr sz="2250" b="1">
                <a:solidFill>
                  <a:srgbClr val="C77D70"/>
                </a:solidFill>
                <a:latin typeface="DejaVu Sans"/>
                <a:ea typeface="DejaVu Sans"/>
                <a:cs typeface="DejaVu Sans"/>
              </a:defRPr>
            </a:pPr>
            <a:r>
              <a:rPr sz="2250" b="1">
                <a:solidFill>
                  <a:srgbClr val="C77D70"/>
                </a:solidFill>
                <a:latin typeface="DejaVu Sans"/>
                <a:ea typeface="DejaVu Sans"/>
                <a:cs typeface="DejaVu Sans"/>
              </a:rPr>
              <a:t>03</a:t>
            </a:r>
          </a:p>
        </p:txBody>
      </p:sp>
      <p:sp>
        <p:nvSpPr>
          <p:cNvPr id="18" name="">
            <a:extLst xmlns:a="http://schemas.openxmlformats.org/drawingml/2006/main">
              <a:ext uri="{FF2B5EF4-FFF2-40B4-BE49-F238E27FC236}">
                <a16:creationId xmlns:a16="http://schemas.microsoft.com/office/drawing/2014/main" id="{3B45EA19-7A61-48BA-8EF0-6A42CE5E194A}"/>
              </a:ext>
            </a:extLst>
          </p:cNvPr>
          <p:cNvSpPr>
            <a:spLocks xmlns:a="http://schemas.openxmlformats.org/drawingml/2006/main" noGrp="1"/>
          </p:cNvSpPr>
          <p:nvPr/>
        </p:nvSpPr>
        <p:spPr>
          <a:xfrm xmlns:a="http://schemas.openxmlformats.org/drawingml/2006/main">
            <a:off x="8058150" y="4438650"/>
            <a:ext cx="3305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63B48"/>
                </a:solidFill>
                <a:latin typeface="DejaVu Sans"/>
                <a:ea typeface="DejaVu Sans"/>
                <a:cs typeface="DejaVu Sans"/>
              </a:defRPr>
            </a:defPPr>
          </a:lstStyle>
          <a:p xmlns:a="http://schemas.openxmlformats.org/drawingml/2006/main">
            <a:pPr>
              <a:defRPr sz="2025" b="1">
                <a:solidFill>
                  <a:srgbClr val="263B48"/>
                </a:solidFill>
                <a:latin typeface="DejaVu Sans"/>
                <a:ea typeface="DejaVu Sans"/>
                <a:cs typeface="DejaVu Sans"/>
              </a:defRPr>
            </a:pPr>
            <a:r>
              <a:rPr sz="2025" b="1">
                <a:solidFill>
                  <a:srgbClr val="263B48"/>
                </a:solidFill>
                <a:latin typeface="DejaVu Sans"/>
                <a:ea typeface="DejaVu Sans"/>
                <a:cs typeface="DejaVu Sans"/>
              </a:rPr>
              <a:t>Reduce repeated setup</a:t>
            </a:r>
          </a:p>
        </p:txBody>
      </p:sp>
    </p:spTree>
    <p:extLst>
      <p:ext uri="{BB962C8B-B14F-4D97-AF65-F5344CB8AC3E}">
        <p14:creationId xmlns:p14="http://schemas.microsoft.com/office/powerpoint/2010/main" val="5281252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2F25F694-DC88-4646-95B4-9BD2D471E22A}"/>
              </a:ext>
            </a:extLst>
          </p:cNvPr>
          <p:cNvPicPr>
            <a:picLocks xmlns:a="http://schemas.openxmlformats.org/drawingml/2006/main" noChangeAspect="1"/>
          </p:cNvPicPr>
          <p:nvPr/>
        </p:nvPicPr>
        <p:blipFill>
          <a:blip xmlns:r="http://schemas.openxmlformats.org/officeDocument/2006/relationships" xmlns:a="http://schemas.openxmlformats.org/drawingml/2006/main" r:embed="R7d63075ee2a94dd6"/>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21FF40-873F-4485-AB58-798F1C7659B1}"/>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One platform. Choose the capability for the job.</a:t>
            </a:r>
          </a:p>
        </p:txBody>
      </p:sp>
      <p:sp>
        <p:nvSpPr>
          <p:cNvPr id="3" name="">
            <a:extLst xmlns:a="http://schemas.openxmlformats.org/drawingml/2006/main">
              <a:ext uri="{FF2B5EF4-FFF2-40B4-BE49-F238E27FC236}">
                <a16:creationId xmlns:a16="http://schemas.microsoft.com/office/drawing/2014/main" id="{C7891AA2-622F-46E1-BFD0-31B6A6ACA282}"/>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13</a:t>
            </a:r>
          </a:p>
        </p:txBody>
      </p:sp>
      <p:sp>
        <p:nvSpPr>
          <p:cNvPr id="4" name="">
            <a:extLst xmlns:a="http://schemas.openxmlformats.org/drawingml/2006/main">
              <a:ext uri="{FF2B5EF4-FFF2-40B4-BE49-F238E27FC236}">
                <a16:creationId xmlns:a16="http://schemas.microsoft.com/office/drawing/2014/main" id="{19528757-1F46-40D2-AE88-E0E913AD7A5E}"/>
              </a:ext>
            </a:extLst>
          </p:cNvPr>
          <p:cNvSpPr>
            <a:spLocks xmlns:a="http://schemas.openxmlformats.org/drawingml/2006/main" noGrp="1"/>
          </p:cNvSpPr>
          <p:nvPr/>
        </p:nvSpPr>
        <p:spPr>
          <a:xfrm xmlns:a="http://schemas.openxmlformats.org/drawingml/2006/main">
            <a:off x="609600" y="1543050"/>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618AA7"/>
                </a:solidFill>
                <a:latin typeface="DejaVu Sans"/>
                <a:ea typeface="DejaVu Sans"/>
                <a:cs typeface="DejaVu Sans"/>
              </a:defRPr>
            </a:defPPr>
          </a:lstStyle>
          <a:p xmlns:a="http://schemas.openxmlformats.org/drawingml/2006/main">
            <a:pPr>
              <a:defRPr sz="1800" b="1">
                <a:solidFill>
                  <a:srgbClr val="618AA7"/>
                </a:solidFill>
                <a:latin typeface="DejaVu Sans"/>
                <a:ea typeface="DejaVu Sans"/>
                <a:cs typeface="DejaVu Sans"/>
              </a:defRPr>
            </a:pPr>
            <a:r>
              <a:rPr sz="1800" b="1">
                <a:solidFill>
                  <a:srgbClr val="618AA7"/>
                </a:solidFill>
                <a:latin typeface="DejaVu Sans"/>
                <a:ea typeface="DejaVu Sans"/>
                <a:cs typeface="DejaVu Sans"/>
              </a:rPr>
              <a:t>One phone, many apps</a:t>
            </a:r>
          </a:p>
        </p:txBody>
      </p:sp>
      <p:pic>
        <p:nvPicPr>
          <p:cNvPr id="5" name="">
            <a:extLst xmlns:a="http://schemas.openxmlformats.org/drawingml/2006/main">
              <a:ext uri="{FF2B5EF4-FFF2-40B4-BE49-F238E27FC236}">
                <a16:creationId xmlns:a16="http://schemas.microsoft.com/office/drawing/2014/main" id="{31A5C749-0AC5-4EDE-A5B4-E49169455A0E}"/>
              </a:ext>
            </a:extLst>
          </p:cNvPr>
          <p:cNvPicPr>
            <a:picLocks xmlns:a="http://schemas.openxmlformats.org/drawingml/2006/main" noChangeAspect="1"/>
          </p:cNvPicPr>
          <p:nvPr/>
        </p:nvPicPr>
        <p:blipFill>
          <a:blip xmlns:r="http://schemas.openxmlformats.org/officeDocument/2006/relationships" xmlns:a="http://schemas.openxmlformats.org/drawingml/2006/main" r:embed="R3b90e448a5794abe"/>
          <a:srcRect xmlns:a="http://schemas.openxmlformats.org/drawingml/2006/main" l="0" t="709" r="0" b="709"/>
          <a:stretch xmlns:a="http://schemas.openxmlformats.org/drawingml/2006/main">
            <a:fillRect l="0" t="0" r="0" b="0"/>
          </a:stretch>
        </p:blipFill>
        <p:spPr>
          <a:xfrm xmlns:a="http://schemas.openxmlformats.org/drawingml/2006/main">
            <a:off x="609600" y="2133600"/>
            <a:ext cx="1343025" cy="13239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75B2135-A801-4461-AB4D-29F42A27B8B8}"/>
              </a:ext>
            </a:extLst>
          </p:cNvPr>
          <p:cNvSpPr>
            <a:spLocks xmlns:a="http://schemas.openxmlformats.org/drawingml/2006/main" noGrp="1"/>
          </p:cNvSpPr>
          <p:nvPr/>
        </p:nvSpPr>
        <p:spPr>
          <a:xfrm xmlns:a="http://schemas.openxmlformats.org/drawingml/2006/main">
            <a:off x="609600" y="3629025"/>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263B48"/>
                </a:solidFill>
                <a:latin typeface="DejaVu Sans"/>
                <a:ea typeface="DejaVu Sans"/>
                <a:cs typeface="DejaVu Sans"/>
              </a:defRPr>
            </a:defPPr>
          </a:lstStyle>
          <a:p xmlns:a="http://schemas.openxmlformats.org/drawingml/2006/main">
            <a:pPr>
              <a:defRPr sz="1425" b="1">
                <a:solidFill>
                  <a:srgbClr val="263B48"/>
                </a:solidFill>
                <a:latin typeface="DejaVu Sans"/>
                <a:ea typeface="DejaVu Sans"/>
                <a:cs typeface="DejaVu Sans"/>
              </a:defRPr>
            </a:pPr>
            <a:r>
              <a:rPr sz="1425" b="1">
                <a:solidFill>
                  <a:srgbClr val="263B48"/>
                </a:solidFill>
                <a:latin typeface="DejaVu Sans"/>
                <a:ea typeface="DejaVu Sans"/>
                <a:cs typeface="DejaVu Sans"/>
              </a:rPr>
              <a:t>Banking</a:t>
            </a:r>
          </a:p>
        </p:txBody>
      </p:sp>
      <p:pic>
        <p:nvPicPr>
          <p:cNvPr id="7" name="">
            <a:extLst xmlns:a="http://schemas.openxmlformats.org/drawingml/2006/main">
              <a:ext uri="{FF2B5EF4-FFF2-40B4-BE49-F238E27FC236}">
                <a16:creationId xmlns:a16="http://schemas.microsoft.com/office/drawing/2014/main" id="{993F25F3-4149-4497-A287-22C5D4F36C33}"/>
              </a:ext>
            </a:extLst>
          </p:cNvPr>
          <p:cNvPicPr>
            <a:picLocks xmlns:a="http://schemas.openxmlformats.org/drawingml/2006/main" noChangeAspect="1"/>
          </p:cNvPicPr>
          <p:nvPr/>
        </p:nvPicPr>
        <p:blipFill>
          <a:blip xmlns:r="http://schemas.openxmlformats.org/officeDocument/2006/relationships" xmlns:a="http://schemas.openxmlformats.org/drawingml/2006/main" r:embed="R919fcf696bad47e3"/>
          <a:srcRect xmlns:a="http://schemas.openxmlformats.org/drawingml/2006/main" l="0" t="709" r="0" b="709"/>
          <a:stretch xmlns:a="http://schemas.openxmlformats.org/drawingml/2006/main">
            <a:fillRect l="0" t="0" r="0" b="0"/>
          </a:stretch>
        </p:blipFill>
        <p:spPr>
          <a:xfrm xmlns:a="http://schemas.openxmlformats.org/drawingml/2006/main">
            <a:off x="2105025" y="2133600"/>
            <a:ext cx="1343025" cy="13239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CF7E3C0-8FB9-4218-8FE5-776BC605734F}"/>
              </a:ext>
            </a:extLst>
          </p:cNvPr>
          <p:cNvSpPr>
            <a:spLocks xmlns:a="http://schemas.openxmlformats.org/drawingml/2006/main" noGrp="1"/>
          </p:cNvSpPr>
          <p:nvPr/>
        </p:nvSpPr>
        <p:spPr>
          <a:xfrm xmlns:a="http://schemas.openxmlformats.org/drawingml/2006/main">
            <a:off x="2105025" y="3629025"/>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263B48"/>
                </a:solidFill>
                <a:latin typeface="DejaVu Sans"/>
                <a:ea typeface="DejaVu Sans"/>
                <a:cs typeface="DejaVu Sans"/>
              </a:defRPr>
            </a:defPPr>
          </a:lstStyle>
          <a:p xmlns:a="http://schemas.openxmlformats.org/drawingml/2006/main">
            <a:pPr>
              <a:defRPr sz="1425" b="1">
                <a:solidFill>
                  <a:srgbClr val="263B48"/>
                </a:solidFill>
                <a:latin typeface="DejaVu Sans"/>
                <a:ea typeface="DejaVu Sans"/>
                <a:cs typeface="DejaVu Sans"/>
              </a:defRPr>
            </a:pPr>
            <a:r>
              <a:rPr sz="1425" b="1">
                <a:solidFill>
                  <a:srgbClr val="263B48"/>
                </a:solidFill>
                <a:latin typeface="DejaVu Sans"/>
                <a:ea typeface="DejaVu Sans"/>
                <a:cs typeface="DejaVu Sans"/>
              </a:rPr>
              <a:t>Shopping</a:t>
            </a:r>
          </a:p>
        </p:txBody>
      </p:sp>
      <p:pic>
        <p:nvPicPr>
          <p:cNvPr id="9" name="">
            <a:extLst xmlns:a="http://schemas.openxmlformats.org/drawingml/2006/main">
              <a:ext uri="{FF2B5EF4-FFF2-40B4-BE49-F238E27FC236}">
                <a16:creationId xmlns:a16="http://schemas.microsoft.com/office/drawing/2014/main" id="{6A9F4386-73A8-4354-A8B8-0415E0429096}"/>
              </a:ext>
            </a:extLst>
          </p:cNvPr>
          <p:cNvPicPr>
            <a:picLocks xmlns:a="http://schemas.openxmlformats.org/drawingml/2006/main" noChangeAspect="1"/>
          </p:cNvPicPr>
          <p:nvPr/>
        </p:nvPicPr>
        <p:blipFill>
          <a:blip xmlns:r="http://schemas.openxmlformats.org/officeDocument/2006/relationships" xmlns:a="http://schemas.openxmlformats.org/drawingml/2006/main" r:embed="R8c25bb99c7104484"/>
          <a:srcRect xmlns:a="http://schemas.openxmlformats.org/drawingml/2006/main" l="0" t="709" r="0" b="709"/>
          <a:stretch xmlns:a="http://schemas.openxmlformats.org/drawingml/2006/main">
            <a:fillRect l="0" t="0" r="0" b="0"/>
          </a:stretch>
        </p:blipFill>
        <p:spPr>
          <a:xfrm xmlns:a="http://schemas.openxmlformats.org/drawingml/2006/main">
            <a:off x="3600450" y="2133600"/>
            <a:ext cx="1343025" cy="13239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B80BAE7-85A9-4177-BD9B-5D8A1F1F7A82}"/>
              </a:ext>
            </a:extLst>
          </p:cNvPr>
          <p:cNvSpPr>
            <a:spLocks xmlns:a="http://schemas.openxmlformats.org/drawingml/2006/main" noGrp="1"/>
          </p:cNvSpPr>
          <p:nvPr/>
        </p:nvSpPr>
        <p:spPr>
          <a:xfrm xmlns:a="http://schemas.openxmlformats.org/drawingml/2006/main">
            <a:off x="3600450" y="3629025"/>
            <a:ext cx="142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263B48"/>
                </a:solidFill>
                <a:latin typeface="DejaVu Sans"/>
                <a:ea typeface="DejaVu Sans"/>
                <a:cs typeface="DejaVu Sans"/>
              </a:defRPr>
            </a:defPPr>
          </a:lstStyle>
          <a:p xmlns:a="http://schemas.openxmlformats.org/drawingml/2006/main">
            <a:pPr>
              <a:defRPr sz="1425" b="1">
                <a:solidFill>
                  <a:srgbClr val="263B48"/>
                </a:solidFill>
                <a:latin typeface="DejaVu Sans"/>
                <a:ea typeface="DejaVu Sans"/>
                <a:cs typeface="DejaVu Sans"/>
              </a:defRPr>
            </a:pPr>
            <a:r>
              <a:rPr sz="1425" b="1">
                <a:solidFill>
                  <a:srgbClr val="263B48"/>
                </a:solidFill>
                <a:latin typeface="DejaVu Sans"/>
                <a:ea typeface="DejaVu Sans"/>
                <a:cs typeface="DejaVu Sans"/>
              </a:rPr>
              <a:t>Navigation</a:t>
            </a:r>
          </a:p>
        </p:txBody>
      </p:sp>
      <p:sp>
        <p:nvSpPr>
          <p:cNvPr id="11" name="">
            <a:extLst xmlns:a="http://schemas.openxmlformats.org/drawingml/2006/main">
              <a:ext uri="{FF2B5EF4-FFF2-40B4-BE49-F238E27FC236}">
                <a16:creationId xmlns:a16="http://schemas.microsoft.com/office/drawing/2014/main" id="{3E92D886-DCE4-41E9-AC6B-0A97E97B68D4}"/>
              </a:ext>
            </a:extLst>
          </p:cNvPr>
          <p:cNvSpPr>
            <a:spLocks xmlns:a="http://schemas.openxmlformats.org/drawingml/2006/main" noGrp="1"/>
          </p:cNvSpPr>
          <p:nvPr/>
        </p:nvSpPr>
        <p:spPr>
          <a:xfrm xmlns:a="http://schemas.openxmlformats.org/drawingml/2006/main">
            <a:off x="609600" y="4171950"/>
            <a:ext cx="4333875" cy="609600"/>
          </a:xfrm>
          <a:prstGeom xmlns:a="http://schemas.openxmlformats.org/drawingml/2006/main" prst="rect">
            <a:avLst/>
          </a:prstGeom>
          <a:solidFill xmlns:a="http://schemas.openxmlformats.org/drawingml/2006/main">
            <a:srgbClr val="EDF3F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0134F4-21EC-4BE2-9B77-2C857ABCBCC1}"/>
              </a:ext>
            </a:extLst>
          </p:cNvPr>
          <p:cNvSpPr>
            <a:spLocks xmlns:a="http://schemas.openxmlformats.org/drawingml/2006/main" noGrp="1"/>
          </p:cNvSpPr>
          <p:nvPr/>
        </p:nvSpPr>
        <p:spPr>
          <a:xfrm xmlns:a="http://schemas.openxmlformats.org/drawingml/2006/main">
            <a:off x="838200" y="4324350"/>
            <a:ext cx="3990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618AA7"/>
                </a:solidFill>
                <a:latin typeface="DejaVu Sans"/>
                <a:ea typeface="DejaVu Sans"/>
                <a:cs typeface="DejaVu Sans"/>
              </a:defRPr>
            </a:defPPr>
          </a:lstStyle>
          <a:p xmlns:a="http://schemas.openxmlformats.org/drawingml/2006/main">
            <a:pPr>
              <a:defRPr sz="1800" b="1">
                <a:solidFill>
                  <a:srgbClr val="618AA7"/>
                </a:solidFill>
                <a:latin typeface="DejaVu Sans"/>
                <a:ea typeface="DejaVu Sans"/>
                <a:cs typeface="DejaVu Sans"/>
              </a:defRPr>
            </a:pPr>
            <a:r>
              <a:rPr sz="1800" b="1">
                <a:solidFill>
                  <a:srgbClr val="618AA7"/>
                </a:solidFill>
                <a:latin typeface="DejaVu Sans"/>
                <a:ea typeface="DejaVu Sans"/>
                <a:cs typeface="DejaVu Sans"/>
              </a:rPr>
              <a:t>Shared phone services</a:t>
            </a:r>
          </a:p>
        </p:txBody>
      </p:sp>
      <p:sp>
        <p:nvSpPr>
          <p:cNvPr id="13" name="">
            <a:extLst xmlns:a="http://schemas.openxmlformats.org/drawingml/2006/main">
              <a:ext uri="{FF2B5EF4-FFF2-40B4-BE49-F238E27FC236}">
                <a16:creationId xmlns:a16="http://schemas.microsoft.com/office/drawing/2014/main" id="{1B431FAA-EC58-4C35-B4B0-05FA246389D6}"/>
              </a:ext>
            </a:extLst>
          </p:cNvPr>
          <p:cNvSpPr>
            <a:spLocks xmlns:a="http://schemas.openxmlformats.org/drawingml/2006/main" noGrp="1"/>
          </p:cNvSpPr>
          <p:nvPr/>
        </p:nvSpPr>
        <p:spPr>
          <a:xfrm xmlns:a="http://schemas.openxmlformats.org/drawingml/2006/main">
            <a:off x="6038850" y="1543050"/>
            <a:ext cx="552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98F91"/>
                </a:solidFill>
                <a:latin typeface="DejaVu Sans"/>
                <a:ea typeface="DejaVu Sans"/>
                <a:cs typeface="DejaVu Sans"/>
              </a:defRPr>
            </a:defPPr>
          </a:lstStyle>
          <a:p xmlns:a="http://schemas.openxmlformats.org/drawingml/2006/main">
            <a:pPr>
              <a:defRPr sz="1800" b="1">
                <a:solidFill>
                  <a:srgbClr val="398F91"/>
                </a:solidFill>
                <a:latin typeface="DejaVu Sans"/>
                <a:ea typeface="DejaVu Sans"/>
                <a:cs typeface="DejaVu Sans"/>
              </a:defRPr>
            </a:pPr>
            <a:r>
              <a:rPr sz="1800" b="1">
                <a:solidFill>
                  <a:srgbClr val="398F91"/>
                </a:solidFill>
                <a:latin typeface="DejaVu Sans"/>
                <a:ea typeface="DejaVu Sans"/>
                <a:cs typeface="DejaVu Sans"/>
              </a:rPr>
              <a:t>One robotics platform, many tasks</a:t>
            </a:r>
          </a:p>
        </p:txBody>
      </p:sp>
      <p:pic>
        <p:nvPicPr>
          <p:cNvPr id="14" name="">
            <a:extLst xmlns:a="http://schemas.openxmlformats.org/drawingml/2006/main">
              <a:ext uri="{FF2B5EF4-FFF2-40B4-BE49-F238E27FC236}">
                <a16:creationId xmlns:a16="http://schemas.microsoft.com/office/drawing/2014/main" id="{F964B2AC-F0B6-4A57-A379-93D80C32E6EA}"/>
              </a:ext>
            </a:extLst>
          </p:cNvPr>
          <p:cNvPicPr>
            <a:picLocks xmlns:a="http://schemas.openxmlformats.org/drawingml/2006/main" noChangeAspect="1"/>
          </p:cNvPicPr>
          <p:nvPr/>
        </p:nvPicPr>
        <p:blipFill>
          <a:blip xmlns:r="http://schemas.openxmlformats.org/officeDocument/2006/relationships" xmlns:a="http://schemas.openxmlformats.org/drawingml/2006/main" r:embed="R2ba02474444b4521"/>
          <a:srcRect xmlns:a="http://schemas.openxmlformats.org/drawingml/2006/main" l="0" t="21429" r="0" b="21429"/>
          <a:stretch xmlns:a="http://schemas.openxmlformats.org/drawingml/2006/main">
            <a:fillRect l="0" t="0" r="0" b="0"/>
          </a:stretch>
        </p:blipFill>
        <p:spPr>
          <a:xfrm xmlns:a="http://schemas.openxmlformats.org/drawingml/2006/main">
            <a:off x="6038850" y="2095500"/>
            <a:ext cx="1666875" cy="952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8B87F3E-B712-488C-B597-71FD0425E62A}"/>
              </a:ext>
            </a:extLst>
          </p:cNvPr>
          <p:cNvSpPr>
            <a:spLocks xmlns:a="http://schemas.openxmlformats.org/drawingml/2006/main" noGrp="1"/>
          </p:cNvSpPr>
          <p:nvPr/>
        </p:nvSpPr>
        <p:spPr>
          <a:xfrm xmlns:a="http://schemas.openxmlformats.org/drawingml/2006/main">
            <a:off x="6038850" y="31242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263B48"/>
                </a:solidFill>
                <a:latin typeface="DejaVu Sans"/>
                <a:ea typeface="DejaVu Sans"/>
                <a:cs typeface="DejaVu Sans"/>
              </a:defRPr>
            </a:defPPr>
          </a:lstStyle>
          <a:p xmlns:a="http://schemas.openxmlformats.org/drawingml/2006/main">
            <a:pPr>
              <a:defRPr sz="1350" b="1">
                <a:solidFill>
                  <a:srgbClr val="263B48"/>
                </a:solidFill>
                <a:latin typeface="DejaVu Sans"/>
                <a:ea typeface="DejaVu Sans"/>
                <a:cs typeface="DejaVu Sans"/>
              </a:defRPr>
            </a:pPr>
            <a:r>
              <a:rPr sz="1350" b="1">
                <a:solidFill>
                  <a:srgbClr val="263B48"/>
                </a:solidFill>
                <a:latin typeface="DejaVu Sans"/>
                <a:ea typeface="DejaVu Sans"/>
                <a:cs typeface="DejaVu Sans"/>
              </a:rPr>
              <a:t>Inspection</a:t>
            </a:r>
          </a:p>
        </p:txBody>
      </p:sp>
      <p:pic>
        <p:nvPicPr>
          <p:cNvPr id="16" name="">
            <a:extLst xmlns:a="http://schemas.openxmlformats.org/drawingml/2006/main">
              <a:ext uri="{FF2B5EF4-FFF2-40B4-BE49-F238E27FC236}">
                <a16:creationId xmlns:a16="http://schemas.microsoft.com/office/drawing/2014/main" id="{1B6C1C24-23A5-4508-AD65-49E1DE308400}"/>
              </a:ext>
            </a:extLst>
          </p:cNvPr>
          <p:cNvPicPr>
            <a:picLocks xmlns:a="http://schemas.openxmlformats.org/drawingml/2006/main" noChangeAspect="1"/>
          </p:cNvPicPr>
          <p:nvPr/>
        </p:nvPicPr>
        <p:blipFill>
          <a:blip xmlns:r="http://schemas.openxmlformats.org/officeDocument/2006/relationships" xmlns:a="http://schemas.openxmlformats.org/drawingml/2006/main" r:embed="R68df200541f74b57"/>
          <a:srcRect xmlns:a="http://schemas.openxmlformats.org/drawingml/2006/main" l="0" t="21429" r="0" b="21429"/>
          <a:stretch xmlns:a="http://schemas.openxmlformats.org/drawingml/2006/main">
            <a:fillRect l="0" t="0" r="0" b="0"/>
          </a:stretch>
        </p:blipFill>
        <p:spPr>
          <a:xfrm xmlns:a="http://schemas.openxmlformats.org/drawingml/2006/main">
            <a:off x="7905750" y="2095500"/>
            <a:ext cx="1666875" cy="952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D20A6FCC-C6B4-4CE7-B630-FA6697CF6090}"/>
              </a:ext>
            </a:extLst>
          </p:cNvPr>
          <p:cNvSpPr>
            <a:spLocks xmlns:a="http://schemas.openxmlformats.org/drawingml/2006/main" noGrp="1"/>
          </p:cNvSpPr>
          <p:nvPr/>
        </p:nvSpPr>
        <p:spPr>
          <a:xfrm xmlns:a="http://schemas.openxmlformats.org/drawingml/2006/main">
            <a:off x="7905750" y="31242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263B48"/>
                </a:solidFill>
                <a:latin typeface="DejaVu Sans"/>
                <a:ea typeface="DejaVu Sans"/>
                <a:cs typeface="DejaVu Sans"/>
              </a:defRPr>
            </a:defPPr>
          </a:lstStyle>
          <a:p xmlns:a="http://schemas.openxmlformats.org/drawingml/2006/main">
            <a:pPr>
              <a:defRPr sz="1350" b="1">
                <a:solidFill>
                  <a:srgbClr val="263B48"/>
                </a:solidFill>
                <a:latin typeface="DejaVu Sans"/>
                <a:ea typeface="DejaVu Sans"/>
                <a:cs typeface="DejaVu Sans"/>
              </a:defRPr>
            </a:pPr>
            <a:r>
              <a:rPr sz="1350" b="1">
                <a:solidFill>
                  <a:srgbClr val="263B48"/>
                </a:solidFill>
                <a:latin typeface="DejaVu Sans"/>
                <a:ea typeface="DejaVu Sans"/>
                <a:cs typeface="DejaVu Sans"/>
              </a:rPr>
              <a:t>Sanding</a:t>
            </a:r>
          </a:p>
        </p:txBody>
      </p:sp>
      <p:pic>
        <p:nvPicPr>
          <p:cNvPr id="18" name="">
            <a:extLst xmlns:a="http://schemas.openxmlformats.org/drawingml/2006/main">
              <a:ext uri="{FF2B5EF4-FFF2-40B4-BE49-F238E27FC236}">
                <a16:creationId xmlns:a16="http://schemas.microsoft.com/office/drawing/2014/main" id="{1E323C62-0FB7-4680-9583-AF9F51FD0BD0}"/>
              </a:ext>
            </a:extLst>
          </p:cNvPr>
          <p:cNvPicPr>
            <a:picLocks xmlns:a="http://schemas.openxmlformats.org/drawingml/2006/main" noChangeAspect="1"/>
          </p:cNvPicPr>
          <p:nvPr/>
        </p:nvPicPr>
        <p:blipFill>
          <a:blip xmlns:r="http://schemas.openxmlformats.org/officeDocument/2006/relationships" xmlns:a="http://schemas.openxmlformats.org/drawingml/2006/main" r:embed="R21a4c51820784a3e"/>
          <a:srcRect xmlns:a="http://schemas.openxmlformats.org/drawingml/2006/main" l="0" t="21429" r="0" b="21429"/>
          <a:stretch xmlns:a="http://schemas.openxmlformats.org/drawingml/2006/main">
            <a:fillRect l="0" t="0" r="0" b="0"/>
          </a:stretch>
        </p:blipFill>
        <p:spPr>
          <a:xfrm xmlns:a="http://schemas.openxmlformats.org/drawingml/2006/main">
            <a:off x="9772650" y="2095500"/>
            <a:ext cx="1666875" cy="9525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B925FCB9-A401-47C2-84FF-DAFBE13B7B89}"/>
              </a:ext>
            </a:extLst>
          </p:cNvPr>
          <p:cNvSpPr>
            <a:spLocks xmlns:a="http://schemas.openxmlformats.org/drawingml/2006/main" noGrp="1"/>
          </p:cNvSpPr>
          <p:nvPr/>
        </p:nvSpPr>
        <p:spPr>
          <a:xfrm xmlns:a="http://schemas.openxmlformats.org/drawingml/2006/main">
            <a:off x="9772650" y="31242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263B48"/>
                </a:solidFill>
                <a:latin typeface="DejaVu Sans"/>
                <a:ea typeface="DejaVu Sans"/>
                <a:cs typeface="DejaVu Sans"/>
              </a:defRPr>
            </a:defPPr>
          </a:lstStyle>
          <a:p xmlns:a="http://schemas.openxmlformats.org/drawingml/2006/main">
            <a:pPr>
              <a:defRPr sz="1350" b="1">
                <a:solidFill>
                  <a:srgbClr val="263B48"/>
                </a:solidFill>
                <a:latin typeface="DejaVu Sans"/>
                <a:ea typeface="DejaVu Sans"/>
                <a:cs typeface="DejaVu Sans"/>
              </a:defRPr>
            </a:pPr>
            <a:r>
              <a:rPr sz="1350" b="1">
                <a:solidFill>
                  <a:srgbClr val="263B48"/>
                </a:solidFill>
                <a:latin typeface="DejaVu Sans"/>
                <a:ea typeface="DejaVu Sans"/>
                <a:cs typeface="DejaVu Sans"/>
              </a:rPr>
              <a:t>Drilling</a:t>
            </a:r>
          </a:p>
        </p:txBody>
      </p:sp>
      <p:pic>
        <p:nvPicPr>
          <p:cNvPr id="20" name="">
            <a:extLst xmlns:a="http://schemas.openxmlformats.org/drawingml/2006/main">
              <a:ext uri="{FF2B5EF4-FFF2-40B4-BE49-F238E27FC236}">
                <a16:creationId xmlns:a16="http://schemas.microsoft.com/office/drawing/2014/main" id="{2E8CE574-20F8-4307-A187-52C61EB735DB}"/>
              </a:ext>
            </a:extLst>
          </p:cNvPr>
          <p:cNvPicPr>
            <a:picLocks xmlns:a="http://schemas.openxmlformats.org/drawingml/2006/main" noChangeAspect="1"/>
          </p:cNvPicPr>
          <p:nvPr/>
        </p:nvPicPr>
        <p:blipFill>
          <a:blip xmlns:r="http://schemas.openxmlformats.org/officeDocument/2006/relationships" xmlns:a="http://schemas.openxmlformats.org/drawingml/2006/main" r:embed="R53486e82a5f14bf4"/>
          <a:srcRect xmlns:a="http://schemas.openxmlformats.org/drawingml/2006/main" l="0" t="21429" r="0" b="21429"/>
          <a:stretch xmlns:a="http://schemas.openxmlformats.org/drawingml/2006/main">
            <a:fillRect l="0" t="0" r="0" b="0"/>
          </a:stretch>
        </p:blipFill>
        <p:spPr>
          <a:xfrm xmlns:a="http://schemas.openxmlformats.org/drawingml/2006/main">
            <a:off x="6038850" y="3505200"/>
            <a:ext cx="1666875" cy="9525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70BF049-BF17-43B0-8531-36BAACC0D655}"/>
              </a:ext>
            </a:extLst>
          </p:cNvPr>
          <p:cNvSpPr>
            <a:spLocks xmlns:a="http://schemas.openxmlformats.org/drawingml/2006/main" noGrp="1"/>
          </p:cNvSpPr>
          <p:nvPr/>
        </p:nvSpPr>
        <p:spPr>
          <a:xfrm xmlns:a="http://schemas.openxmlformats.org/drawingml/2006/main">
            <a:off x="6038850" y="45339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263B48"/>
                </a:solidFill>
                <a:latin typeface="DejaVu Sans"/>
                <a:ea typeface="DejaVu Sans"/>
                <a:cs typeface="DejaVu Sans"/>
              </a:defRPr>
            </a:defPPr>
          </a:lstStyle>
          <a:p xmlns:a="http://schemas.openxmlformats.org/drawingml/2006/main">
            <a:pPr>
              <a:defRPr sz="1350" b="1">
                <a:solidFill>
                  <a:srgbClr val="263B48"/>
                </a:solidFill>
                <a:latin typeface="DejaVu Sans"/>
                <a:ea typeface="DejaVu Sans"/>
                <a:cs typeface="DejaVu Sans"/>
              </a:defRPr>
            </a:pPr>
            <a:r>
              <a:rPr sz="1350" b="1">
                <a:solidFill>
                  <a:srgbClr val="263B48"/>
                </a:solidFill>
                <a:latin typeface="DejaVu Sans"/>
                <a:ea typeface="DejaVu Sans"/>
                <a:cs typeface="DejaVu Sans"/>
              </a:rPr>
              <a:t>Auto-rigging</a:t>
            </a:r>
          </a:p>
        </p:txBody>
      </p:sp>
      <p:pic>
        <p:nvPicPr>
          <p:cNvPr id="22" name="">
            <a:extLst xmlns:a="http://schemas.openxmlformats.org/drawingml/2006/main">
              <a:ext uri="{FF2B5EF4-FFF2-40B4-BE49-F238E27FC236}">
                <a16:creationId xmlns:a16="http://schemas.microsoft.com/office/drawing/2014/main" id="{6D111B20-0392-4682-8C49-D5DDEBDA84CA}"/>
              </a:ext>
            </a:extLst>
          </p:cNvPr>
          <p:cNvPicPr>
            <a:picLocks xmlns:a="http://schemas.openxmlformats.org/drawingml/2006/main" noChangeAspect="1"/>
          </p:cNvPicPr>
          <p:nvPr/>
        </p:nvPicPr>
        <p:blipFill>
          <a:blip xmlns:r="http://schemas.openxmlformats.org/officeDocument/2006/relationships" xmlns:a="http://schemas.openxmlformats.org/drawingml/2006/main" r:embed="R7f3ad02f24904bb4"/>
          <a:srcRect xmlns:a="http://schemas.openxmlformats.org/drawingml/2006/main" l="0" t="21429" r="0" b="21429"/>
          <a:stretch xmlns:a="http://schemas.openxmlformats.org/drawingml/2006/main">
            <a:fillRect l="0" t="0" r="0" b="0"/>
          </a:stretch>
        </p:blipFill>
        <p:spPr>
          <a:xfrm xmlns:a="http://schemas.openxmlformats.org/drawingml/2006/main">
            <a:off x="7905750" y="3505200"/>
            <a:ext cx="1666875" cy="9525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5EFF750A-B9F8-4F14-941E-BE7E90FC6592}"/>
              </a:ext>
            </a:extLst>
          </p:cNvPr>
          <p:cNvSpPr>
            <a:spLocks xmlns:a="http://schemas.openxmlformats.org/drawingml/2006/main" noGrp="1"/>
          </p:cNvSpPr>
          <p:nvPr/>
        </p:nvSpPr>
        <p:spPr>
          <a:xfrm xmlns:a="http://schemas.openxmlformats.org/drawingml/2006/main">
            <a:off x="7905750" y="45339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263B48"/>
                </a:solidFill>
                <a:latin typeface="DejaVu Sans"/>
                <a:ea typeface="DejaVu Sans"/>
                <a:cs typeface="DejaVu Sans"/>
              </a:defRPr>
            </a:defPPr>
          </a:lstStyle>
          <a:p xmlns:a="http://schemas.openxmlformats.org/drawingml/2006/main">
            <a:pPr>
              <a:defRPr sz="1350" b="1">
                <a:solidFill>
                  <a:srgbClr val="263B48"/>
                </a:solidFill>
                <a:latin typeface="DejaVu Sans"/>
                <a:ea typeface="DejaVu Sans"/>
                <a:cs typeface="DejaVu Sans"/>
              </a:defRPr>
            </a:pPr>
            <a:r>
              <a:rPr sz="1350" b="1">
                <a:solidFill>
                  <a:srgbClr val="263B48"/>
                </a:solidFill>
                <a:latin typeface="DejaVu Sans"/>
                <a:ea typeface="DejaVu Sans"/>
                <a:cs typeface="DejaVu Sans"/>
              </a:rPr>
              <a:t>Pick-and-place</a:t>
            </a:r>
          </a:p>
        </p:txBody>
      </p:sp>
      <p:pic>
        <p:nvPicPr>
          <p:cNvPr id="24" name="">
            <a:extLst xmlns:a="http://schemas.openxmlformats.org/drawingml/2006/main">
              <a:ext uri="{FF2B5EF4-FFF2-40B4-BE49-F238E27FC236}">
                <a16:creationId xmlns:a16="http://schemas.microsoft.com/office/drawing/2014/main" id="{CD1A50C9-5691-4213-80C6-9D06F2FCF94C}"/>
              </a:ext>
            </a:extLst>
          </p:cNvPr>
          <p:cNvPicPr>
            <a:picLocks xmlns:a="http://schemas.openxmlformats.org/drawingml/2006/main" noChangeAspect="1"/>
          </p:cNvPicPr>
          <p:nvPr/>
        </p:nvPicPr>
        <p:blipFill>
          <a:blip xmlns:r="http://schemas.openxmlformats.org/officeDocument/2006/relationships" xmlns:a="http://schemas.openxmlformats.org/drawingml/2006/main" r:embed="R50180f08761a4f21"/>
          <a:srcRect xmlns:a="http://schemas.openxmlformats.org/drawingml/2006/main" l="0" t="21429" r="0" b="21429"/>
          <a:stretch xmlns:a="http://schemas.openxmlformats.org/drawingml/2006/main">
            <a:fillRect l="0" t="0" r="0" b="0"/>
          </a:stretch>
        </p:blipFill>
        <p:spPr>
          <a:xfrm xmlns:a="http://schemas.openxmlformats.org/drawingml/2006/main">
            <a:off x="9772650" y="3505200"/>
            <a:ext cx="1666875" cy="9525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73B69A4F-24FD-41EB-B3D6-D3ACCA36A3D3}"/>
              </a:ext>
            </a:extLst>
          </p:cNvPr>
          <p:cNvSpPr>
            <a:spLocks xmlns:a="http://schemas.openxmlformats.org/drawingml/2006/main" noGrp="1"/>
          </p:cNvSpPr>
          <p:nvPr/>
        </p:nvSpPr>
        <p:spPr>
          <a:xfrm xmlns:a="http://schemas.openxmlformats.org/drawingml/2006/main">
            <a:off x="9772650" y="4533900"/>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1">
                <a:solidFill>
                  <a:srgbClr val="263B48"/>
                </a:solidFill>
                <a:latin typeface="DejaVu Sans"/>
                <a:ea typeface="DejaVu Sans"/>
                <a:cs typeface="DejaVu Sans"/>
              </a:defRPr>
            </a:defPPr>
          </a:lstStyle>
          <a:p xmlns:a="http://schemas.openxmlformats.org/drawingml/2006/main">
            <a:pPr>
              <a:defRPr sz="1350" b="1">
                <a:solidFill>
                  <a:srgbClr val="263B48"/>
                </a:solidFill>
                <a:latin typeface="DejaVu Sans"/>
                <a:ea typeface="DejaVu Sans"/>
                <a:cs typeface="DejaVu Sans"/>
              </a:defRPr>
            </a:pPr>
            <a:r>
              <a:rPr sz="1350" b="1">
                <a:solidFill>
                  <a:srgbClr val="263B48"/>
                </a:solidFill>
                <a:latin typeface="DejaVu Sans"/>
                <a:ea typeface="DejaVu Sans"/>
                <a:cs typeface="DejaVu Sans"/>
              </a:rPr>
              <a:t>Cleaning</a:t>
            </a:r>
          </a:p>
        </p:txBody>
      </p:sp>
      <p:sp>
        <p:nvSpPr>
          <p:cNvPr id="26" name="">
            <a:extLst xmlns:a="http://schemas.openxmlformats.org/drawingml/2006/main">
              <a:ext uri="{FF2B5EF4-FFF2-40B4-BE49-F238E27FC236}">
                <a16:creationId xmlns:a16="http://schemas.microsoft.com/office/drawing/2014/main" id="{CF5F9677-5DD0-40B4-ADD7-3BF7DA8BED5E}"/>
              </a:ext>
            </a:extLst>
          </p:cNvPr>
          <p:cNvSpPr>
            <a:spLocks xmlns:a="http://schemas.openxmlformats.org/drawingml/2006/main" noGrp="1"/>
          </p:cNvSpPr>
          <p:nvPr/>
        </p:nvSpPr>
        <p:spPr>
          <a:xfrm xmlns:a="http://schemas.openxmlformats.org/drawingml/2006/main">
            <a:off x="6038850" y="5029200"/>
            <a:ext cx="5400675" cy="561975"/>
          </a:xfrm>
          <a:prstGeom xmlns:a="http://schemas.openxmlformats.org/drawingml/2006/main" prst="rect">
            <a:avLst/>
          </a:prstGeom>
          <a:solidFill xmlns:a="http://schemas.openxmlformats.org/drawingml/2006/main">
            <a:srgbClr val="EAF4F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BF30DB7-9289-4953-B4D8-A1809B8F2E48}"/>
              </a:ext>
            </a:extLst>
          </p:cNvPr>
          <p:cNvSpPr>
            <a:spLocks xmlns:a="http://schemas.openxmlformats.org/drawingml/2006/main" noGrp="1"/>
          </p:cNvSpPr>
          <p:nvPr/>
        </p:nvSpPr>
        <p:spPr>
          <a:xfrm xmlns:a="http://schemas.openxmlformats.org/drawingml/2006/main">
            <a:off x="6191250" y="51625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98F91"/>
                </a:solidFill>
                <a:latin typeface="DejaVu Sans"/>
                <a:ea typeface="DejaVu Sans"/>
                <a:cs typeface="DejaVu Sans"/>
              </a:defRPr>
            </a:defPPr>
          </a:lstStyle>
          <a:p xmlns:a="http://schemas.openxmlformats.org/drawingml/2006/main">
            <a:pPr>
              <a:defRPr sz="1575" b="1">
                <a:solidFill>
                  <a:srgbClr val="398F91"/>
                </a:solidFill>
                <a:latin typeface="DejaVu Sans"/>
                <a:ea typeface="DejaVu Sans"/>
                <a:cs typeface="DejaVu Sans"/>
              </a:defRPr>
            </a:pPr>
            <a:r>
              <a:rPr sz="1575" b="1">
                <a:solidFill>
                  <a:srgbClr val="398F91"/>
                </a:solidFill>
                <a:latin typeface="DejaVu Sans"/>
                <a:ea typeface="DejaVu Sans"/>
                <a:cs typeface="DejaVu Sans"/>
              </a:rPr>
              <a:t>Choose planners · validate · execute</a:t>
            </a:r>
          </a:p>
        </p:txBody>
      </p:sp>
      <p:sp>
        <p:nvSpPr>
          <p:cNvPr id="28" name="">
            <a:extLst xmlns:a="http://schemas.openxmlformats.org/drawingml/2006/main">
              <a:ext uri="{FF2B5EF4-FFF2-40B4-BE49-F238E27FC236}">
                <a16:creationId xmlns:a16="http://schemas.microsoft.com/office/drawing/2014/main" id="{28299AD3-EA0D-4D85-8114-B86424B77A6A}"/>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455C2C1-A318-49DF-8979-62AAF7DC31A4}"/>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A common foundation with task-specific choices—not one universal planner.</a:t>
            </a:r>
          </a:p>
        </p:txBody>
      </p:sp>
    </p:spTree>
    <p:extLst>
      <p:ext uri="{BB962C8B-B14F-4D97-AF65-F5344CB8AC3E}">
        <p14:creationId xmlns:p14="http://schemas.microsoft.com/office/powerpoint/2010/main" val="18424937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27A78345-DF7C-4AF1-B82B-C9828E6D35C6}"/>
              </a:ext>
            </a:extLst>
          </p:cNvPr>
          <p:cNvPicPr>
            <a:picLocks xmlns:a="http://schemas.openxmlformats.org/drawingml/2006/main" noChangeAspect="1"/>
          </p:cNvPicPr>
          <p:nvPr/>
        </p:nvPicPr>
        <p:blipFill>
          <a:blip xmlns:r="http://schemas.openxmlformats.org/officeDocument/2006/relationships" xmlns:a="http://schemas.openxmlformats.org/drawingml/2006/main" r:embed="R4012b9209c724896"/>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365299-FB11-4E4B-8123-4BFECBAE10A1}"/>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A complete robotics product</a:t>
            </a:r>
          </a:p>
        </p:txBody>
      </p:sp>
      <p:sp>
        <p:nvSpPr>
          <p:cNvPr id="3" name="">
            <a:extLst xmlns:a="http://schemas.openxmlformats.org/drawingml/2006/main">
              <a:ext uri="{FF2B5EF4-FFF2-40B4-BE49-F238E27FC236}">
                <a16:creationId xmlns:a16="http://schemas.microsoft.com/office/drawing/2014/main" id="{CA62D329-69FB-49F5-A5AB-E6466A49E1C8}"/>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14</a:t>
            </a:r>
          </a:p>
        </p:txBody>
      </p:sp>
      <p:sp>
        <p:nvSpPr>
          <p:cNvPr id="4" name="">
            <a:extLst xmlns:a="http://schemas.openxmlformats.org/drawingml/2006/main">
              <a:ext uri="{FF2B5EF4-FFF2-40B4-BE49-F238E27FC236}">
                <a16:creationId xmlns:a16="http://schemas.microsoft.com/office/drawing/2014/main" id="{403A0B43-F705-4C78-A700-87B46AB696CA}"/>
              </a:ext>
            </a:extLst>
          </p:cNvPr>
          <p:cNvSpPr>
            <a:spLocks xmlns:a="http://schemas.openxmlformats.org/drawingml/2006/main" noGrp="1"/>
          </p:cNvSpPr>
          <p:nvPr/>
        </p:nvSpPr>
        <p:spPr>
          <a:xfrm xmlns:a="http://schemas.openxmlformats.org/drawingml/2006/main">
            <a:off x="609600" y="1924050"/>
            <a:ext cx="2571750" cy="1362075"/>
          </a:xfrm>
          <a:prstGeom xmlns:a="http://schemas.openxmlformats.org/drawingml/2006/main" prst="rect">
            <a:avLst/>
          </a:prstGeom>
          <a:solidFill xmlns:a="http://schemas.openxmlformats.org/drawingml/2006/main">
            <a:srgbClr val="EAF4F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0F99EA-C368-4D6A-BB66-58E721AC5D04}"/>
              </a:ext>
            </a:extLst>
          </p:cNvPr>
          <p:cNvSpPr>
            <a:spLocks xmlns:a="http://schemas.openxmlformats.org/drawingml/2006/main" noGrp="1"/>
          </p:cNvSpPr>
          <p:nvPr/>
        </p:nvSpPr>
        <p:spPr>
          <a:xfrm xmlns:a="http://schemas.openxmlformats.org/drawingml/2006/main">
            <a:off x="781050" y="21526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98F91"/>
                </a:solidFill>
                <a:latin typeface="DejaVu Sans"/>
                <a:ea typeface="DejaVu Sans"/>
                <a:cs typeface="DejaVu Sans"/>
              </a:defRPr>
            </a:defPPr>
          </a:lstStyle>
          <a:p xmlns:a="http://schemas.openxmlformats.org/drawingml/2006/main">
            <a:pPr>
              <a:defRPr sz="2025" b="1">
                <a:solidFill>
                  <a:srgbClr val="398F91"/>
                </a:solidFill>
                <a:latin typeface="DejaVu Sans"/>
                <a:ea typeface="DejaVu Sans"/>
                <a:cs typeface="DejaVu Sans"/>
              </a:defRPr>
            </a:pPr>
            <a:r>
              <a:rPr sz="2025" b="1">
                <a:solidFill>
                  <a:srgbClr val="398F91"/>
                </a:solidFill>
                <a:latin typeface="DejaVu Sans"/>
                <a:ea typeface="DejaVu Sans"/>
                <a:cs typeface="DejaVu Sans"/>
              </a:rPr>
              <a:t>Perception</a:t>
            </a:r>
          </a:p>
        </p:txBody>
      </p:sp>
      <p:sp>
        <p:nvSpPr>
          <p:cNvPr id="6" name="">
            <a:extLst xmlns:a="http://schemas.openxmlformats.org/drawingml/2006/main">
              <a:ext uri="{FF2B5EF4-FFF2-40B4-BE49-F238E27FC236}">
                <a16:creationId xmlns:a16="http://schemas.microsoft.com/office/drawing/2014/main" id="{3778D065-EF42-48A2-8D9D-5A9F0ECF824D}"/>
              </a:ext>
            </a:extLst>
          </p:cNvPr>
          <p:cNvSpPr>
            <a:spLocks xmlns:a="http://schemas.openxmlformats.org/drawingml/2006/main" noGrp="1"/>
          </p:cNvSpPr>
          <p:nvPr/>
        </p:nvSpPr>
        <p:spPr>
          <a:xfrm xmlns:a="http://schemas.openxmlformats.org/drawingml/2006/main">
            <a:off x="781050" y="2714625"/>
            <a:ext cx="224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263B48"/>
                </a:solidFill>
                <a:latin typeface="DejaVu Sans"/>
                <a:ea typeface="DejaVu Sans"/>
                <a:cs typeface="DejaVu Sans"/>
              </a:defRPr>
            </a:defPPr>
          </a:lstStyle>
          <a:p xmlns:a="http://schemas.openxmlformats.org/drawingml/2006/main">
            <a:pPr>
              <a:defRPr sz="1650" b="0">
                <a:solidFill>
                  <a:srgbClr val="263B48"/>
                </a:solidFill>
                <a:latin typeface="DejaVu Sans"/>
                <a:ea typeface="DejaVu Sans"/>
                <a:cs typeface="DejaVu Sans"/>
              </a:defRPr>
            </a:pPr>
            <a:r>
              <a:rPr sz="1650" b="0">
                <a:solidFill>
                  <a:srgbClr val="263B48"/>
                </a:solidFill>
                <a:latin typeface="DejaVu Sans"/>
                <a:ea typeface="DejaVu Sans"/>
                <a:cs typeface="DejaVu Sans"/>
              </a:rPr>
              <a:t>Know the part</a:t>
            </a:r>
          </a:p>
        </p:txBody>
      </p:sp>
      <p:sp>
        <p:nvSpPr>
          <p:cNvPr id="7" name="">
            <a:extLst xmlns:a="http://schemas.openxmlformats.org/drawingml/2006/main">
              <a:ext uri="{FF2B5EF4-FFF2-40B4-BE49-F238E27FC236}">
                <a16:creationId xmlns:a16="http://schemas.microsoft.com/office/drawing/2014/main" id="{EDDC78CB-3653-4960-819D-3C2A866B1DCB}"/>
              </a:ext>
            </a:extLst>
          </p:cNvPr>
          <p:cNvSpPr>
            <a:spLocks xmlns:a="http://schemas.openxmlformats.org/drawingml/2006/main" noGrp="1"/>
          </p:cNvSpPr>
          <p:nvPr/>
        </p:nvSpPr>
        <p:spPr>
          <a:xfrm xmlns:a="http://schemas.openxmlformats.org/drawingml/2006/main">
            <a:off x="3409950" y="1924050"/>
            <a:ext cx="2571750" cy="1362075"/>
          </a:xfrm>
          <a:prstGeom xmlns:a="http://schemas.openxmlformats.org/drawingml/2006/main" prst="rect">
            <a:avLst/>
          </a:prstGeom>
          <a:solidFill xmlns:a="http://schemas.openxmlformats.org/drawingml/2006/main">
            <a:srgbClr val="EDF3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2BD80B-2F14-47EC-BEC1-1D524FA911B7}"/>
              </a:ext>
            </a:extLst>
          </p:cNvPr>
          <p:cNvSpPr>
            <a:spLocks xmlns:a="http://schemas.openxmlformats.org/drawingml/2006/main" noGrp="1"/>
          </p:cNvSpPr>
          <p:nvPr/>
        </p:nvSpPr>
        <p:spPr>
          <a:xfrm xmlns:a="http://schemas.openxmlformats.org/drawingml/2006/main">
            <a:off x="3581400" y="21526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618AA7"/>
                </a:solidFill>
                <a:latin typeface="DejaVu Sans"/>
                <a:ea typeface="DejaVu Sans"/>
                <a:cs typeface="DejaVu Sans"/>
              </a:defRPr>
            </a:defPPr>
          </a:lstStyle>
          <a:p xmlns:a="http://schemas.openxmlformats.org/drawingml/2006/main">
            <a:pPr>
              <a:defRPr sz="2025" b="1">
                <a:solidFill>
                  <a:srgbClr val="618AA7"/>
                </a:solidFill>
                <a:latin typeface="DejaVu Sans"/>
                <a:ea typeface="DejaVu Sans"/>
                <a:cs typeface="DejaVu Sans"/>
              </a:defRPr>
            </a:pPr>
            <a:r>
              <a:rPr sz="2025" b="1">
                <a:solidFill>
                  <a:srgbClr val="618AA7"/>
                </a:solidFill>
                <a:latin typeface="DejaVu Sans"/>
                <a:ea typeface="DejaVu Sans"/>
                <a:cs typeface="DejaVu Sans"/>
              </a:rPr>
              <a:t>Planning</a:t>
            </a:r>
          </a:p>
        </p:txBody>
      </p:sp>
      <p:sp>
        <p:nvSpPr>
          <p:cNvPr id="9" name="">
            <a:extLst xmlns:a="http://schemas.openxmlformats.org/drawingml/2006/main">
              <a:ext uri="{FF2B5EF4-FFF2-40B4-BE49-F238E27FC236}">
                <a16:creationId xmlns:a16="http://schemas.microsoft.com/office/drawing/2014/main" id="{616A10D0-AF00-4EC1-AAB9-326A322A57F2}"/>
              </a:ext>
            </a:extLst>
          </p:cNvPr>
          <p:cNvSpPr>
            <a:spLocks xmlns:a="http://schemas.openxmlformats.org/drawingml/2006/main" noGrp="1"/>
          </p:cNvSpPr>
          <p:nvPr/>
        </p:nvSpPr>
        <p:spPr>
          <a:xfrm xmlns:a="http://schemas.openxmlformats.org/drawingml/2006/main">
            <a:off x="3581400" y="2714625"/>
            <a:ext cx="224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263B48"/>
                </a:solidFill>
                <a:latin typeface="DejaVu Sans"/>
                <a:ea typeface="DejaVu Sans"/>
                <a:cs typeface="DejaVu Sans"/>
              </a:defRPr>
            </a:defPPr>
          </a:lstStyle>
          <a:p xmlns:a="http://schemas.openxmlformats.org/drawingml/2006/main">
            <a:pPr>
              <a:defRPr sz="1650" b="0">
                <a:solidFill>
                  <a:srgbClr val="263B48"/>
                </a:solidFill>
                <a:latin typeface="DejaVu Sans"/>
                <a:ea typeface="DejaVu Sans"/>
                <a:cs typeface="DejaVu Sans"/>
              </a:defRPr>
            </a:pPr>
            <a:r>
              <a:rPr sz="1650" b="0">
                <a:solidFill>
                  <a:srgbClr val="263B48"/>
                </a:solidFill>
                <a:latin typeface="DejaVu Sans"/>
                <a:ea typeface="DejaVu Sans"/>
                <a:cs typeface="DejaVu Sans"/>
              </a:rPr>
              <a:t>Choose the motion</a:t>
            </a:r>
          </a:p>
        </p:txBody>
      </p:sp>
      <p:sp>
        <p:nvSpPr>
          <p:cNvPr id="10" name="">
            <a:extLst xmlns:a="http://schemas.openxmlformats.org/drawingml/2006/main">
              <a:ext uri="{FF2B5EF4-FFF2-40B4-BE49-F238E27FC236}">
                <a16:creationId xmlns:a16="http://schemas.microsoft.com/office/drawing/2014/main" id="{CAC01735-7A19-4194-8B71-6420331E6B00}"/>
              </a:ext>
            </a:extLst>
          </p:cNvPr>
          <p:cNvSpPr>
            <a:spLocks xmlns:a="http://schemas.openxmlformats.org/drawingml/2006/main" noGrp="1"/>
          </p:cNvSpPr>
          <p:nvPr/>
        </p:nvSpPr>
        <p:spPr>
          <a:xfrm xmlns:a="http://schemas.openxmlformats.org/drawingml/2006/main">
            <a:off x="6210300" y="1924050"/>
            <a:ext cx="2571750" cy="1362075"/>
          </a:xfrm>
          <a:prstGeom xmlns:a="http://schemas.openxmlformats.org/drawingml/2006/main" prst="rect">
            <a:avLst/>
          </a:prstGeom>
          <a:solidFill xmlns:a="http://schemas.openxmlformats.org/drawingml/2006/main">
            <a:srgbClr val="FAEF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25C4ED-122B-4801-BEF9-E36A99FE32FF}"/>
              </a:ext>
            </a:extLst>
          </p:cNvPr>
          <p:cNvSpPr>
            <a:spLocks xmlns:a="http://schemas.openxmlformats.org/drawingml/2006/main" noGrp="1"/>
          </p:cNvSpPr>
          <p:nvPr/>
        </p:nvSpPr>
        <p:spPr>
          <a:xfrm xmlns:a="http://schemas.openxmlformats.org/drawingml/2006/main">
            <a:off x="6381750" y="21526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77D70"/>
                </a:solidFill>
                <a:latin typeface="DejaVu Sans"/>
                <a:ea typeface="DejaVu Sans"/>
                <a:cs typeface="DejaVu Sans"/>
              </a:defRPr>
            </a:defPPr>
          </a:lstStyle>
          <a:p xmlns:a="http://schemas.openxmlformats.org/drawingml/2006/main">
            <a:pPr>
              <a:defRPr sz="2025" b="1">
                <a:solidFill>
                  <a:srgbClr val="C77D70"/>
                </a:solidFill>
                <a:latin typeface="DejaVu Sans"/>
                <a:ea typeface="DejaVu Sans"/>
                <a:cs typeface="DejaVu Sans"/>
              </a:defRPr>
            </a:pPr>
            <a:r>
              <a:rPr sz="2025" b="1">
                <a:solidFill>
                  <a:srgbClr val="C77D70"/>
                </a:solidFill>
                <a:latin typeface="DejaVu Sans"/>
                <a:ea typeface="DejaVu Sans"/>
                <a:cs typeface="DejaVu Sans"/>
              </a:rPr>
              <a:t>Control</a:t>
            </a:r>
          </a:p>
        </p:txBody>
      </p:sp>
      <p:sp>
        <p:nvSpPr>
          <p:cNvPr id="12" name="">
            <a:extLst xmlns:a="http://schemas.openxmlformats.org/drawingml/2006/main">
              <a:ext uri="{FF2B5EF4-FFF2-40B4-BE49-F238E27FC236}">
                <a16:creationId xmlns:a16="http://schemas.microsoft.com/office/drawing/2014/main" id="{642B82D5-592D-4A53-A78A-456DF37E8E0F}"/>
              </a:ext>
            </a:extLst>
          </p:cNvPr>
          <p:cNvSpPr>
            <a:spLocks xmlns:a="http://schemas.openxmlformats.org/drawingml/2006/main" noGrp="1"/>
          </p:cNvSpPr>
          <p:nvPr/>
        </p:nvSpPr>
        <p:spPr>
          <a:xfrm xmlns:a="http://schemas.openxmlformats.org/drawingml/2006/main">
            <a:off x="6381750" y="2714625"/>
            <a:ext cx="224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263B48"/>
                </a:solidFill>
                <a:latin typeface="DejaVu Sans"/>
                <a:ea typeface="DejaVu Sans"/>
                <a:cs typeface="DejaVu Sans"/>
              </a:defRPr>
            </a:defPPr>
          </a:lstStyle>
          <a:p xmlns:a="http://schemas.openxmlformats.org/drawingml/2006/main">
            <a:pPr>
              <a:defRPr sz="1650" b="0">
                <a:solidFill>
                  <a:srgbClr val="263B48"/>
                </a:solidFill>
                <a:latin typeface="DejaVu Sans"/>
                <a:ea typeface="DejaVu Sans"/>
                <a:cs typeface="DejaVu Sans"/>
              </a:defRPr>
            </a:pPr>
            <a:r>
              <a:rPr sz="1650" b="0">
                <a:solidFill>
                  <a:srgbClr val="263B48"/>
                </a:solidFill>
                <a:latin typeface="DejaVu Sans"/>
                <a:ea typeface="DejaVu Sans"/>
                <a:cs typeface="DejaVu Sans"/>
              </a:rPr>
              <a:t>Execute accurately</a:t>
            </a:r>
          </a:p>
        </p:txBody>
      </p:sp>
      <p:sp>
        <p:nvSpPr>
          <p:cNvPr id="13" name="">
            <a:extLst xmlns:a="http://schemas.openxmlformats.org/drawingml/2006/main">
              <a:ext uri="{FF2B5EF4-FFF2-40B4-BE49-F238E27FC236}">
                <a16:creationId xmlns:a16="http://schemas.microsoft.com/office/drawing/2014/main" id="{03B422CE-DEEE-4658-9C59-A58A09EFBCF6}"/>
              </a:ext>
            </a:extLst>
          </p:cNvPr>
          <p:cNvSpPr>
            <a:spLocks xmlns:a="http://schemas.openxmlformats.org/drawingml/2006/main" noGrp="1"/>
          </p:cNvSpPr>
          <p:nvPr/>
        </p:nvSpPr>
        <p:spPr>
          <a:xfrm xmlns:a="http://schemas.openxmlformats.org/drawingml/2006/main">
            <a:off x="9010650" y="1924050"/>
            <a:ext cx="2571750" cy="1362075"/>
          </a:xfrm>
          <a:prstGeom xmlns:a="http://schemas.openxmlformats.org/drawingml/2006/main" prst="rect">
            <a:avLst/>
          </a:prstGeom>
          <a:solidFill xmlns:a="http://schemas.openxmlformats.org/drawingml/2006/main">
            <a:srgbClr val="F8F3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777073-9171-4B2F-A3D6-05C2CF887292}"/>
              </a:ext>
            </a:extLst>
          </p:cNvPr>
          <p:cNvSpPr>
            <a:spLocks xmlns:a="http://schemas.openxmlformats.org/drawingml/2006/main" noGrp="1"/>
          </p:cNvSpPr>
          <p:nvPr/>
        </p:nvSpPr>
        <p:spPr>
          <a:xfrm xmlns:a="http://schemas.openxmlformats.org/drawingml/2006/main">
            <a:off x="9182100" y="21526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BB984C"/>
                </a:solidFill>
                <a:latin typeface="DejaVu Sans"/>
                <a:ea typeface="DejaVu Sans"/>
                <a:cs typeface="DejaVu Sans"/>
              </a:defRPr>
            </a:defPPr>
          </a:lstStyle>
          <a:p xmlns:a="http://schemas.openxmlformats.org/drawingml/2006/main">
            <a:pPr>
              <a:defRPr sz="2025" b="1">
                <a:solidFill>
                  <a:srgbClr val="BB984C"/>
                </a:solidFill>
                <a:latin typeface="DejaVu Sans"/>
                <a:ea typeface="DejaVu Sans"/>
                <a:cs typeface="DejaVu Sans"/>
              </a:defRPr>
            </a:pPr>
            <a:r>
              <a:rPr sz="2025" b="1">
                <a:solidFill>
                  <a:srgbClr val="BB984C"/>
                </a:solidFill>
                <a:latin typeface="DejaVu Sans"/>
                <a:ea typeface="DejaVu Sans"/>
                <a:cs typeface="DejaVu Sans"/>
              </a:rPr>
              <a:t>Supervision</a:t>
            </a:r>
          </a:p>
        </p:txBody>
      </p:sp>
      <p:sp>
        <p:nvSpPr>
          <p:cNvPr id="15" name="">
            <a:extLst xmlns:a="http://schemas.openxmlformats.org/drawingml/2006/main">
              <a:ext uri="{FF2B5EF4-FFF2-40B4-BE49-F238E27FC236}">
                <a16:creationId xmlns:a16="http://schemas.microsoft.com/office/drawing/2014/main" id="{9CDE1BB0-F351-4CEF-A798-4D831BE096A1}"/>
              </a:ext>
            </a:extLst>
          </p:cNvPr>
          <p:cNvSpPr>
            <a:spLocks xmlns:a="http://schemas.openxmlformats.org/drawingml/2006/main" noGrp="1"/>
          </p:cNvSpPr>
          <p:nvPr/>
        </p:nvSpPr>
        <p:spPr>
          <a:xfrm xmlns:a="http://schemas.openxmlformats.org/drawingml/2006/main">
            <a:off x="9182100" y="2714625"/>
            <a:ext cx="224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263B48"/>
                </a:solidFill>
                <a:latin typeface="DejaVu Sans"/>
                <a:ea typeface="DejaVu Sans"/>
                <a:cs typeface="DejaVu Sans"/>
              </a:defRPr>
            </a:defPPr>
          </a:lstStyle>
          <a:p xmlns:a="http://schemas.openxmlformats.org/drawingml/2006/main">
            <a:pPr>
              <a:defRPr sz="1650" b="0">
                <a:solidFill>
                  <a:srgbClr val="263B48"/>
                </a:solidFill>
                <a:latin typeface="DejaVu Sans"/>
                <a:ea typeface="DejaVu Sans"/>
                <a:cs typeface="DejaVu Sans"/>
              </a:defRPr>
            </a:pPr>
            <a:r>
              <a:rPr sz="1650" b="0">
                <a:solidFill>
                  <a:srgbClr val="263B48"/>
                </a:solidFill>
                <a:latin typeface="DejaVu Sans"/>
                <a:ea typeface="DejaVu Sans"/>
                <a:cs typeface="DejaVu Sans"/>
              </a:rPr>
              <a:t>Monitor &amp; recover</a:t>
            </a:r>
          </a:p>
        </p:txBody>
      </p:sp>
      <p:sp>
        <p:nvSpPr>
          <p:cNvPr id="16" name="">
            <a:extLst xmlns:a="http://schemas.openxmlformats.org/drawingml/2006/main">
              <a:ext uri="{FF2B5EF4-FFF2-40B4-BE49-F238E27FC236}">
                <a16:creationId xmlns:a16="http://schemas.microsoft.com/office/drawing/2014/main" id="{E07BC9B5-58D1-41DF-A02C-77F6E3098F21}"/>
              </a:ext>
            </a:extLst>
          </p:cNvPr>
          <p:cNvSpPr>
            <a:spLocks xmlns:a="http://schemas.openxmlformats.org/drawingml/2006/main" noGrp="1"/>
          </p:cNvSpPr>
          <p:nvPr/>
        </p:nvSpPr>
        <p:spPr>
          <a:xfrm xmlns:a="http://schemas.openxmlformats.org/drawingml/2006/main">
            <a:off x="609600" y="3638550"/>
            <a:ext cx="10972800" cy="581025"/>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AFBDD72-8BC9-40F8-B370-473B2CDF6F4C}"/>
              </a:ext>
            </a:extLst>
          </p:cNvPr>
          <p:cNvSpPr>
            <a:spLocks xmlns:a="http://schemas.openxmlformats.org/drawingml/2006/main" noGrp="1"/>
          </p:cNvSpPr>
          <p:nvPr/>
        </p:nvSpPr>
        <p:spPr>
          <a:xfrm xmlns:a="http://schemas.openxmlformats.org/drawingml/2006/main">
            <a:off x="838200" y="37814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3B48"/>
                </a:solidFill>
                <a:latin typeface="DejaVu Sans"/>
                <a:ea typeface="DejaVu Sans"/>
                <a:cs typeface="DejaVu Sans"/>
              </a:defRPr>
            </a:defPPr>
          </a:lstStyle>
          <a:p xmlns:a="http://schemas.openxmlformats.org/drawingml/2006/main">
            <a:pPr>
              <a:defRPr sz="1875" b="1">
                <a:solidFill>
                  <a:srgbClr val="263B48"/>
                </a:solidFill>
                <a:latin typeface="DejaVu Sans"/>
                <a:ea typeface="DejaVu Sans"/>
                <a:cs typeface="DejaVu Sans"/>
              </a:defRPr>
            </a:pPr>
            <a:r>
              <a:rPr sz="1875" b="1">
                <a:solidFill>
                  <a:srgbClr val="263B48"/>
                </a:solidFill>
                <a:latin typeface="DejaVu Sans"/>
                <a:ea typeface="DejaVu Sans"/>
                <a:cs typeface="DejaVu Sans"/>
              </a:rPr>
              <a:t>Common software platform · interfaces · data · connectivity</a:t>
            </a:r>
          </a:p>
        </p:txBody>
      </p:sp>
      <p:sp>
        <p:nvSpPr>
          <p:cNvPr id="18" name="">
            <a:extLst xmlns:a="http://schemas.openxmlformats.org/drawingml/2006/main">
              <a:ext uri="{FF2B5EF4-FFF2-40B4-BE49-F238E27FC236}">
                <a16:creationId xmlns:a16="http://schemas.microsoft.com/office/drawing/2014/main" id="{DD31A774-28DB-4CAC-82DC-DB2C87859C25}"/>
              </a:ext>
            </a:extLst>
          </p:cNvPr>
          <p:cNvSpPr>
            <a:spLocks xmlns:a="http://schemas.openxmlformats.org/drawingml/2006/main" noGrp="1"/>
          </p:cNvSpPr>
          <p:nvPr/>
        </p:nvSpPr>
        <p:spPr>
          <a:xfrm xmlns:a="http://schemas.openxmlformats.org/drawingml/2006/main">
            <a:off x="609600" y="486727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98F91"/>
                </a:solidFill>
                <a:latin typeface="DejaVu Sans"/>
                <a:ea typeface="DejaVu Sans"/>
                <a:cs typeface="DejaVu Sans"/>
              </a:defRPr>
            </a:defPPr>
          </a:lstStyle>
          <a:p xmlns:a="http://schemas.openxmlformats.org/drawingml/2006/main">
            <a:pPr>
              <a:defRPr sz="1800" b="1">
                <a:solidFill>
                  <a:srgbClr val="398F91"/>
                </a:solidFill>
                <a:latin typeface="DejaVu Sans"/>
                <a:ea typeface="DejaVu Sans"/>
                <a:cs typeface="DejaVu Sans"/>
              </a:defRPr>
            </a:pPr>
            <a:r>
              <a:rPr sz="1800" b="1">
                <a:solidFill>
                  <a:srgbClr val="398F91"/>
                </a:solidFill>
                <a:latin typeface="DejaVu Sans"/>
                <a:ea typeface="DejaVu Sans"/>
                <a:cs typeface="DejaVu Sans"/>
              </a:rPr>
              <a:t>Define</a:t>
            </a:r>
          </a:p>
        </p:txBody>
      </p:sp>
      <p:sp>
        <p:nvSpPr>
          <p:cNvPr id="19" name="">
            <a:extLst xmlns:a="http://schemas.openxmlformats.org/drawingml/2006/main">
              <a:ext uri="{FF2B5EF4-FFF2-40B4-BE49-F238E27FC236}">
                <a16:creationId xmlns:a16="http://schemas.microsoft.com/office/drawing/2014/main" id="{14D456DA-F005-44D3-AADF-BDCED615A370}"/>
              </a:ext>
            </a:extLst>
          </p:cNvPr>
          <p:cNvSpPr>
            <a:spLocks xmlns:a="http://schemas.openxmlformats.org/drawingml/2006/main" noGrp="1"/>
          </p:cNvSpPr>
          <p:nvPr/>
        </p:nvSpPr>
        <p:spPr>
          <a:xfrm xmlns:a="http://schemas.openxmlformats.org/drawingml/2006/main">
            <a:off x="2533650" y="4867275"/>
            <a:ext cx="333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645AC5D0-63FC-4F8F-8BA7-50B40F9D2D6B}"/>
              </a:ext>
            </a:extLst>
          </p:cNvPr>
          <p:cNvSpPr>
            <a:spLocks xmlns:a="http://schemas.openxmlformats.org/drawingml/2006/main" noGrp="1"/>
          </p:cNvSpPr>
          <p:nvPr/>
        </p:nvSpPr>
        <p:spPr>
          <a:xfrm xmlns:a="http://schemas.openxmlformats.org/drawingml/2006/main">
            <a:off x="2828925" y="486727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618AA7"/>
                </a:solidFill>
                <a:latin typeface="DejaVu Sans"/>
                <a:ea typeface="DejaVu Sans"/>
                <a:cs typeface="DejaVu Sans"/>
              </a:defRPr>
            </a:defPPr>
          </a:lstStyle>
          <a:p xmlns:a="http://schemas.openxmlformats.org/drawingml/2006/main">
            <a:pPr>
              <a:defRPr sz="1800" b="1">
                <a:solidFill>
                  <a:srgbClr val="618AA7"/>
                </a:solidFill>
                <a:latin typeface="DejaVu Sans"/>
                <a:ea typeface="DejaVu Sans"/>
                <a:cs typeface="DejaVu Sans"/>
              </a:defRPr>
            </a:pPr>
            <a:r>
              <a:rPr sz="1800" b="1">
                <a:solidFill>
                  <a:srgbClr val="618AA7"/>
                </a:solidFill>
                <a:latin typeface="DejaVu Sans"/>
                <a:ea typeface="DejaVu Sans"/>
                <a:cs typeface="DejaVu Sans"/>
              </a:rPr>
              <a:t>Develop</a:t>
            </a:r>
          </a:p>
        </p:txBody>
      </p:sp>
      <p:sp>
        <p:nvSpPr>
          <p:cNvPr id="21" name="">
            <a:extLst xmlns:a="http://schemas.openxmlformats.org/drawingml/2006/main">
              <a:ext uri="{FF2B5EF4-FFF2-40B4-BE49-F238E27FC236}">
                <a16:creationId xmlns:a16="http://schemas.microsoft.com/office/drawing/2014/main" id="{5297AA53-B8A6-400D-8D70-4ABC2DDBAEF9}"/>
              </a:ext>
            </a:extLst>
          </p:cNvPr>
          <p:cNvSpPr>
            <a:spLocks xmlns:a="http://schemas.openxmlformats.org/drawingml/2006/main" noGrp="1"/>
          </p:cNvSpPr>
          <p:nvPr/>
        </p:nvSpPr>
        <p:spPr>
          <a:xfrm xmlns:a="http://schemas.openxmlformats.org/drawingml/2006/main">
            <a:off x="4752975" y="4867275"/>
            <a:ext cx="333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9AF709A1-74BA-4EDA-8CB3-7C930E9E9EF0}"/>
              </a:ext>
            </a:extLst>
          </p:cNvPr>
          <p:cNvSpPr>
            <a:spLocks xmlns:a="http://schemas.openxmlformats.org/drawingml/2006/main" noGrp="1"/>
          </p:cNvSpPr>
          <p:nvPr/>
        </p:nvSpPr>
        <p:spPr>
          <a:xfrm xmlns:a="http://schemas.openxmlformats.org/drawingml/2006/main">
            <a:off x="5048250" y="486727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C77D70"/>
                </a:solidFill>
                <a:latin typeface="DejaVu Sans"/>
                <a:ea typeface="DejaVu Sans"/>
                <a:cs typeface="DejaVu Sans"/>
              </a:defRPr>
            </a:defPPr>
          </a:lstStyle>
          <a:p xmlns:a="http://schemas.openxmlformats.org/drawingml/2006/main">
            <a:pPr>
              <a:defRPr sz="1800" b="1">
                <a:solidFill>
                  <a:srgbClr val="C77D70"/>
                </a:solidFill>
                <a:latin typeface="DejaVu Sans"/>
                <a:ea typeface="DejaVu Sans"/>
                <a:cs typeface="DejaVu Sans"/>
              </a:defRPr>
            </a:pPr>
            <a:r>
              <a:rPr sz="1800" b="1">
                <a:solidFill>
                  <a:srgbClr val="C77D70"/>
                </a:solidFill>
                <a:latin typeface="DejaVu Sans"/>
                <a:ea typeface="DejaVu Sans"/>
                <a:cs typeface="DejaVu Sans"/>
              </a:rPr>
              <a:t>Validate</a:t>
            </a:r>
          </a:p>
        </p:txBody>
      </p:sp>
      <p:sp>
        <p:nvSpPr>
          <p:cNvPr id="23" name="">
            <a:extLst xmlns:a="http://schemas.openxmlformats.org/drawingml/2006/main">
              <a:ext uri="{FF2B5EF4-FFF2-40B4-BE49-F238E27FC236}">
                <a16:creationId xmlns:a16="http://schemas.microsoft.com/office/drawing/2014/main" id="{737CDE02-1E03-4A65-8CAB-A325CBCE07D3}"/>
              </a:ext>
            </a:extLst>
          </p:cNvPr>
          <p:cNvSpPr>
            <a:spLocks xmlns:a="http://schemas.openxmlformats.org/drawingml/2006/main" noGrp="1"/>
          </p:cNvSpPr>
          <p:nvPr/>
        </p:nvSpPr>
        <p:spPr>
          <a:xfrm xmlns:a="http://schemas.openxmlformats.org/drawingml/2006/main">
            <a:off x="6972300" y="4867275"/>
            <a:ext cx="333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a:t>
            </a:r>
          </a:p>
        </p:txBody>
      </p:sp>
      <p:sp>
        <p:nvSpPr>
          <p:cNvPr id="24" name="">
            <a:extLst xmlns:a="http://schemas.openxmlformats.org/drawingml/2006/main">
              <a:ext uri="{FF2B5EF4-FFF2-40B4-BE49-F238E27FC236}">
                <a16:creationId xmlns:a16="http://schemas.microsoft.com/office/drawing/2014/main" id="{A95FACCE-5720-4B28-A3A2-A55D8BE6F7E3}"/>
              </a:ext>
            </a:extLst>
          </p:cNvPr>
          <p:cNvSpPr>
            <a:spLocks xmlns:a="http://schemas.openxmlformats.org/drawingml/2006/main" noGrp="1"/>
          </p:cNvSpPr>
          <p:nvPr/>
        </p:nvSpPr>
        <p:spPr>
          <a:xfrm xmlns:a="http://schemas.openxmlformats.org/drawingml/2006/main">
            <a:off x="7267575" y="486727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BB984C"/>
                </a:solidFill>
                <a:latin typeface="DejaVu Sans"/>
                <a:ea typeface="DejaVu Sans"/>
                <a:cs typeface="DejaVu Sans"/>
              </a:defRPr>
            </a:defPPr>
          </a:lstStyle>
          <a:p xmlns:a="http://schemas.openxmlformats.org/drawingml/2006/main">
            <a:pPr>
              <a:defRPr sz="1800" b="1">
                <a:solidFill>
                  <a:srgbClr val="BB984C"/>
                </a:solidFill>
                <a:latin typeface="DejaVu Sans"/>
                <a:ea typeface="DejaVu Sans"/>
                <a:cs typeface="DejaVu Sans"/>
              </a:defRPr>
            </a:pPr>
            <a:r>
              <a:rPr sz="1800" b="1">
                <a:solidFill>
                  <a:srgbClr val="BB984C"/>
                </a:solidFill>
                <a:latin typeface="DejaVu Sans"/>
                <a:ea typeface="DejaVu Sans"/>
                <a:cs typeface="DejaVu Sans"/>
              </a:rPr>
              <a:t>Deploy</a:t>
            </a:r>
          </a:p>
        </p:txBody>
      </p:sp>
      <p:sp>
        <p:nvSpPr>
          <p:cNvPr id="25" name="">
            <a:extLst xmlns:a="http://schemas.openxmlformats.org/drawingml/2006/main">
              <a:ext uri="{FF2B5EF4-FFF2-40B4-BE49-F238E27FC236}">
                <a16:creationId xmlns:a16="http://schemas.microsoft.com/office/drawing/2014/main" id="{C4B900FE-D61C-400D-AA62-02518205221B}"/>
              </a:ext>
            </a:extLst>
          </p:cNvPr>
          <p:cNvSpPr>
            <a:spLocks xmlns:a="http://schemas.openxmlformats.org/drawingml/2006/main" noGrp="1"/>
          </p:cNvSpPr>
          <p:nvPr/>
        </p:nvSpPr>
        <p:spPr>
          <a:xfrm xmlns:a="http://schemas.openxmlformats.org/drawingml/2006/main">
            <a:off x="9191625" y="4867275"/>
            <a:ext cx="333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a:t>
            </a:r>
          </a:p>
        </p:txBody>
      </p:sp>
      <p:sp>
        <p:nvSpPr>
          <p:cNvPr id="26" name="">
            <a:extLst xmlns:a="http://schemas.openxmlformats.org/drawingml/2006/main">
              <a:ext uri="{FF2B5EF4-FFF2-40B4-BE49-F238E27FC236}">
                <a16:creationId xmlns:a16="http://schemas.microsoft.com/office/drawing/2014/main" id="{AAFA5E4F-D3A3-47DB-BE77-56CC18FA7B40}"/>
              </a:ext>
            </a:extLst>
          </p:cNvPr>
          <p:cNvSpPr>
            <a:spLocks xmlns:a="http://schemas.openxmlformats.org/drawingml/2006/main" noGrp="1"/>
          </p:cNvSpPr>
          <p:nvPr/>
        </p:nvSpPr>
        <p:spPr>
          <a:xfrm xmlns:a="http://schemas.openxmlformats.org/drawingml/2006/main">
            <a:off x="9486900" y="4867275"/>
            <a:ext cx="2066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98F91"/>
                </a:solidFill>
                <a:latin typeface="DejaVu Sans"/>
                <a:ea typeface="DejaVu Sans"/>
                <a:cs typeface="DejaVu Sans"/>
              </a:defRPr>
            </a:defPPr>
          </a:lstStyle>
          <a:p xmlns:a="http://schemas.openxmlformats.org/drawingml/2006/main">
            <a:pPr>
              <a:defRPr sz="1800" b="1">
                <a:solidFill>
                  <a:srgbClr val="398F91"/>
                </a:solidFill>
                <a:latin typeface="DejaVu Sans"/>
                <a:ea typeface="DejaVu Sans"/>
                <a:cs typeface="DejaVu Sans"/>
              </a:defRPr>
            </a:pPr>
            <a:r>
              <a:rPr sz="1800" b="1">
                <a:solidFill>
                  <a:srgbClr val="398F91"/>
                </a:solidFill>
                <a:latin typeface="DejaVu Sans"/>
                <a:ea typeface="DejaVu Sans"/>
                <a:cs typeface="DejaVu Sans"/>
              </a:rPr>
              <a:t>Support &amp; improve</a:t>
            </a:r>
          </a:p>
        </p:txBody>
      </p:sp>
      <p:sp>
        <p:nvSpPr>
          <p:cNvPr id="27" name="">
            <a:extLst xmlns:a="http://schemas.openxmlformats.org/drawingml/2006/main">
              <a:ext uri="{FF2B5EF4-FFF2-40B4-BE49-F238E27FC236}">
                <a16:creationId xmlns:a16="http://schemas.microsoft.com/office/drawing/2014/main" id="{ABAD118B-A87B-41F9-88D1-1E83F2E0BD3D}"/>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D31ABC0-6ABF-40C7-AA15-9CD8D55951BB}"/>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My broader systems experience supports the full product lifecycle.</a:t>
            </a:r>
          </a:p>
        </p:txBody>
      </p:sp>
    </p:spTree>
    <p:extLst>
      <p:ext uri="{BB962C8B-B14F-4D97-AF65-F5344CB8AC3E}">
        <p14:creationId xmlns:p14="http://schemas.microsoft.com/office/powerpoint/2010/main" val="20366128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A9F1CB90-F86F-49F1-9D36-FB6955212B0D}"/>
              </a:ext>
            </a:extLst>
          </p:cNvPr>
          <p:cNvPicPr>
            <a:picLocks xmlns:a="http://schemas.openxmlformats.org/drawingml/2006/main" noChangeAspect="1"/>
          </p:cNvPicPr>
          <p:nvPr/>
        </p:nvPicPr>
        <p:blipFill>
          <a:blip xmlns:r="http://schemas.openxmlformats.org/officeDocument/2006/relationships" xmlns:a="http://schemas.openxmlformats.org/drawingml/2006/main" r:embed="R5eb2fdf182eb4b62"/>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ADA57B-0480-49A5-9D43-00D04F125A22}"/>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From a manufacturing need to a working robot</a:t>
            </a:r>
          </a:p>
        </p:txBody>
      </p:sp>
      <p:sp>
        <p:nvSpPr>
          <p:cNvPr id="3" name="">
            <a:extLst xmlns:a="http://schemas.openxmlformats.org/drawingml/2006/main">
              <a:ext uri="{FF2B5EF4-FFF2-40B4-BE49-F238E27FC236}">
                <a16:creationId xmlns:a16="http://schemas.microsoft.com/office/drawing/2014/main" id="{9103B02A-48CE-4236-8C71-E92BF7F8936C}"/>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15</a:t>
            </a:r>
          </a:p>
        </p:txBody>
      </p:sp>
      <p:pic>
        <p:nvPicPr>
          <p:cNvPr id="4" name="">
            <a:extLst xmlns:a="http://schemas.openxmlformats.org/drawingml/2006/main">
              <a:ext uri="{FF2B5EF4-FFF2-40B4-BE49-F238E27FC236}">
                <a16:creationId xmlns:a16="http://schemas.microsoft.com/office/drawing/2014/main" id="{F4707194-B78E-4A1E-828E-E28F8829F3A5}"/>
              </a:ext>
            </a:extLst>
          </p:cNvPr>
          <p:cNvPicPr>
            <a:picLocks xmlns:a="http://schemas.openxmlformats.org/drawingml/2006/main" noChangeAspect="1"/>
          </p:cNvPicPr>
          <p:nvPr/>
        </p:nvPicPr>
        <p:blipFill>
          <a:blip xmlns:r="http://schemas.openxmlformats.org/officeDocument/2006/relationships" xmlns:a="http://schemas.openxmlformats.org/drawingml/2006/main" r:embed="R9755a3e9f7bc4cf3"/>
          <a:srcRect xmlns:a="http://schemas.openxmlformats.org/drawingml/2006/main" l="0" t="8148" r="0" b="8148"/>
          <a:stretch xmlns:a="http://schemas.openxmlformats.org/drawingml/2006/main">
            <a:fillRect l="0" t="0" r="0" b="0"/>
          </a:stretch>
        </p:blipFill>
        <p:spPr>
          <a:xfrm xmlns:a="http://schemas.openxmlformats.org/drawingml/2006/main">
            <a:off x="609600" y="1838325"/>
            <a:ext cx="2571750" cy="21526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AB5FBEC-FED8-4B24-B5AF-4FF79008F886}"/>
              </a:ext>
            </a:extLst>
          </p:cNvPr>
          <p:cNvSpPr>
            <a:spLocks xmlns:a="http://schemas.openxmlformats.org/drawingml/2006/main" noGrp="1"/>
          </p:cNvSpPr>
          <p:nvPr/>
        </p:nvSpPr>
        <p:spPr>
          <a:xfrm xmlns:a="http://schemas.openxmlformats.org/drawingml/2006/main">
            <a:off x="609600" y="42195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98F91"/>
                </a:solidFill>
                <a:latin typeface="DejaVu Sans"/>
                <a:ea typeface="DejaVu Sans"/>
                <a:cs typeface="DejaVu Sans"/>
              </a:defRPr>
            </a:defPPr>
          </a:lstStyle>
          <a:p xmlns:a="http://schemas.openxmlformats.org/drawingml/2006/main">
            <a:pPr>
              <a:defRPr sz="1950" b="1">
                <a:solidFill>
                  <a:srgbClr val="398F91"/>
                </a:solidFill>
                <a:latin typeface="DejaVu Sans"/>
                <a:ea typeface="DejaVu Sans"/>
                <a:cs typeface="DejaVu Sans"/>
              </a:defRPr>
            </a:pPr>
            <a:r>
              <a:rPr sz="1950" b="1">
                <a:solidFill>
                  <a:srgbClr val="398F91"/>
                </a:solidFill>
                <a:latin typeface="DejaVu Sans"/>
                <a:ea typeface="DejaVu Sans"/>
                <a:cs typeface="DejaVu Sans"/>
              </a:rPr>
              <a:t>Choose the task</a:t>
            </a:r>
          </a:p>
        </p:txBody>
      </p:sp>
      <p:sp>
        <p:nvSpPr>
          <p:cNvPr id="6" name="">
            <a:extLst xmlns:a="http://schemas.openxmlformats.org/drawingml/2006/main">
              <a:ext uri="{FF2B5EF4-FFF2-40B4-BE49-F238E27FC236}">
                <a16:creationId xmlns:a16="http://schemas.microsoft.com/office/drawing/2014/main" id="{8D2BF24E-1997-4F8B-A9B0-D7B0C8E7292D}"/>
              </a:ext>
            </a:extLst>
          </p:cNvPr>
          <p:cNvSpPr>
            <a:spLocks xmlns:a="http://schemas.openxmlformats.org/drawingml/2006/main" noGrp="1"/>
          </p:cNvSpPr>
          <p:nvPr/>
        </p:nvSpPr>
        <p:spPr>
          <a:xfrm xmlns:a="http://schemas.openxmlformats.org/drawingml/2006/main">
            <a:off x="609600" y="4857750"/>
            <a:ext cx="2524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Define the process need</a:t>
            </a:r>
          </a:p>
        </p:txBody>
      </p:sp>
      <p:pic>
        <p:nvPicPr>
          <p:cNvPr id="7" name="">
            <a:extLst xmlns:a="http://schemas.openxmlformats.org/drawingml/2006/main">
              <a:ext uri="{FF2B5EF4-FFF2-40B4-BE49-F238E27FC236}">
                <a16:creationId xmlns:a16="http://schemas.microsoft.com/office/drawing/2014/main" id="{1254C5AF-F480-4988-82C9-0312718D3CE4}"/>
              </a:ext>
            </a:extLst>
          </p:cNvPr>
          <p:cNvPicPr>
            <a:picLocks xmlns:a="http://schemas.openxmlformats.org/drawingml/2006/main" noChangeAspect="1"/>
          </p:cNvPicPr>
          <p:nvPr/>
        </p:nvPicPr>
        <p:blipFill>
          <a:blip xmlns:r="http://schemas.openxmlformats.org/officeDocument/2006/relationships" xmlns:a="http://schemas.openxmlformats.org/drawingml/2006/main" r:embed="R91a2bd89bf6b4594"/>
          <a:srcRect xmlns:a="http://schemas.openxmlformats.org/drawingml/2006/main" l="0" t="8148" r="0" b="8148"/>
          <a:stretch xmlns:a="http://schemas.openxmlformats.org/drawingml/2006/main">
            <a:fillRect l="0" t="0" r="0" b="0"/>
          </a:stretch>
        </p:blipFill>
        <p:spPr>
          <a:xfrm xmlns:a="http://schemas.openxmlformats.org/drawingml/2006/main">
            <a:off x="3409950" y="1838325"/>
            <a:ext cx="2571750" cy="2152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C062653-5EBF-45BA-82E5-F53D19AE1A52}"/>
              </a:ext>
            </a:extLst>
          </p:cNvPr>
          <p:cNvSpPr>
            <a:spLocks xmlns:a="http://schemas.openxmlformats.org/drawingml/2006/main" noGrp="1"/>
          </p:cNvSpPr>
          <p:nvPr/>
        </p:nvSpPr>
        <p:spPr>
          <a:xfrm xmlns:a="http://schemas.openxmlformats.org/drawingml/2006/main">
            <a:off x="3409950" y="42195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618AA7"/>
                </a:solidFill>
                <a:latin typeface="DejaVu Sans"/>
                <a:ea typeface="DejaVu Sans"/>
                <a:cs typeface="DejaVu Sans"/>
              </a:defRPr>
            </a:defPPr>
          </a:lstStyle>
          <a:p xmlns:a="http://schemas.openxmlformats.org/drawingml/2006/main">
            <a:pPr>
              <a:defRPr sz="1950" b="1">
                <a:solidFill>
                  <a:srgbClr val="618AA7"/>
                </a:solidFill>
                <a:latin typeface="DejaVu Sans"/>
                <a:ea typeface="DejaVu Sans"/>
                <a:cs typeface="DejaVu Sans"/>
              </a:defRPr>
            </a:pPr>
            <a:r>
              <a:rPr sz="1950" b="1">
                <a:solidFill>
                  <a:srgbClr val="618AA7"/>
                </a:solidFill>
                <a:latin typeface="DejaVu Sans"/>
                <a:ea typeface="DejaVu Sans"/>
                <a:cs typeface="DejaVu Sans"/>
              </a:rPr>
              <a:t>Prepare the path</a:t>
            </a:r>
          </a:p>
        </p:txBody>
      </p:sp>
      <p:sp>
        <p:nvSpPr>
          <p:cNvPr id="9" name="">
            <a:extLst xmlns:a="http://schemas.openxmlformats.org/drawingml/2006/main">
              <a:ext uri="{FF2B5EF4-FFF2-40B4-BE49-F238E27FC236}">
                <a16:creationId xmlns:a16="http://schemas.microsoft.com/office/drawing/2014/main" id="{6A0ADB4B-6952-432B-8911-BCECFB93911C}"/>
              </a:ext>
            </a:extLst>
          </p:cNvPr>
          <p:cNvSpPr>
            <a:spLocks xmlns:a="http://schemas.openxmlformats.org/drawingml/2006/main" noGrp="1"/>
          </p:cNvSpPr>
          <p:nvPr/>
        </p:nvSpPr>
        <p:spPr>
          <a:xfrm xmlns:a="http://schemas.openxmlformats.org/drawingml/2006/main">
            <a:off x="3409950" y="4857750"/>
            <a:ext cx="2524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Select a suitable method</a:t>
            </a:r>
          </a:p>
        </p:txBody>
      </p:sp>
      <p:pic>
        <p:nvPicPr>
          <p:cNvPr id="10" name="">
            <a:extLst xmlns:a="http://schemas.openxmlformats.org/drawingml/2006/main">
              <a:ext uri="{FF2B5EF4-FFF2-40B4-BE49-F238E27FC236}">
                <a16:creationId xmlns:a16="http://schemas.microsoft.com/office/drawing/2014/main" id="{7BAA6F27-F55F-4C94-B360-5C3255077465}"/>
              </a:ext>
            </a:extLst>
          </p:cNvPr>
          <p:cNvPicPr>
            <a:picLocks xmlns:a="http://schemas.openxmlformats.org/drawingml/2006/main" noChangeAspect="1"/>
          </p:cNvPicPr>
          <p:nvPr/>
        </p:nvPicPr>
        <p:blipFill>
          <a:blip xmlns:r="http://schemas.openxmlformats.org/officeDocument/2006/relationships" xmlns:a="http://schemas.openxmlformats.org/drawingml/2006/main" r:embed="R1f9eab79026640e9"/>
          <a:srcRect xmlns:a="http://schemas.openxmlformats.org/drawingml/2006/main" l="0" t="8148" r="0" b="8148"/>
          <a:stretch xmlns:a="http://schemas.openxmlformats.org/drawingml/2006/main">
            <a:fillRect l="0" t="0" r="0" b="0"/>
          </a:stretch>
        </p:blipFill>
        <p:spPr>
          <a:xfrm xmlns:a="http://schemas.openxmlformats.org/drawingml/2006/main">
            <a:off x="6210300" y="1838325"/>
            <a:ext cx="2571750" cy="21526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062C90D-B3E9-43E3-983E-92D8B66D8B66}"/>
              </a:ext>
            </a:extLst>
          </p:cNvPr>
          <p:cNvSpPr>
            <a:spLocks xmlns:a="http://schemas.openxmlformats.org/drawingml/2006/main" noGrp="1"/>
          </p:cNvSpPr>
          <p:nvPr/>
        </p:nvSpPr>
        <p:spPr>
          <a:xfrm xmlns:a="http://schemas.openxmlformats.org/drawingml/2006/main">
            <a:off x="6210300" y="42195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C77D70"/>
                </a:solidFill>
                <a:latin typeface="DejaVu Sans"/>
                <a:ea typeface="DejaVu Sans"/>
                <a:cs typeface="DejaVu Sans"/>
              </a:defRPr>
            </a:defPPr>
          </a:lstStyle>
          <a:p xmlns:a="http://schemas.openxmlformats.org/drawingml/2006/main">
            <a:pPr>
              <a:defRPr sz="1950" b="1">
                <a:solidFill>
                  <a:srgbClr val="C77D70"/>
                </a:solidFill>
                <a:latin typeface="DejaVu Sans"/>
                <a:ea typeface="DejaVu Sans"/>
                <a:cs typeface="DejaVu Sans"/>
              </a:defRPr>
            </a:pPr>
            <a:r>
              <a:rPr sz="1950" b="1">
                <a:solidFill>
                  <a:srgbClr val="C77D70"/>
                </a:solidFill>
                <a:latin typeface="DejaVu Sans"/>
                <a:ea typeface="DejaVu Sans"/>
                <a:cs typeface="DejaVu Sans"/>
              </a:rPr>
              <a:t>Check virtually</a:t>
            </a:r>
          </a:p>
        </p:txBody>
      </p:sp>
      <p:sp>
        <p:nvSpPr>
          <p:cNvPr id="12" name="">
            <a:extLst xmlns:a="http://schemas.openxmlformats.org/drawingml/2006/main">
              <a:ext uri="{FF2B5EF4-FFF2-40B4-BE49-F238E27FC236}">
                <a16:creationId xmlns:a16="http://schemas.microsoft.com/office/drawing/2014/main" id="{EA035E43-FFE1-4E77-8D3B-DCDE7EB16BED}"/>
              </a:ext>
            </a:extLst>
          </p:cNvPr>
          <p:cNvSpPr>
            <a:spLocks xmlns:a="http://schemas.openxmlformats.org/drawingml/2006/main" noGrp="1"/>
          </p:cNvSpPr>
          <p:nvPr/>
        </p:nvSpPr>
        <p:spPr>
          <a:xfrm xmlns:a="http://schemas.openxmlformats.org/drawingml/2006/main">
            <a:off x="6210300" y="4857750"/>
            <a:ext cx="2524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Validate before robot trials</a:t>
            </a:r>
          </a:p>
        </p:txBody>
      </p:sp>
      <p:pic>
        <p:nvPicPr>
          <p:cNvPr id="13" name="">
            <a:extLst xmlns:a="http://schemas.openxmlformats.org/drawingml/2006/main">
              <a:ext uri="{FF2B5EF4-FFF2-40B4-BE49-F238E27FC236}">
                <a16:creationId xmlns:a16="http://schemas.microsoft.com/office/drawing/2014/main" id="{A7E29225-D46E-41B9-8FE4-F717998D67FB}"/>
              </a:ext>
            </a:extLst>
          </p:cNvPr>
          <p:cNvPicPr>
            <a:picLocks xmlns:a="http://schemas.openxmlformats.org/drawingml/2006/main" noChangeAspect="1"/>
          </p:cNvPicPr>
          <p:nvPr/>
        </p:nvPicPr>
        <p:blipFill>
          <a:blip xmlns:r="http://schemas.openxmlformats.org/officeDocument/2006/relationships" xmlns:a="http://schemas.openxmlformats.org/drawingml/2006/main" r:embed="R2d44a51d63cd483f"/>
          <a:srcRect xmlns:a="http://schemas.openxmlformats.org/drawingml/2006/main" l="0" t="16507" r="0" b="16507"/>
          <a:stretch xmlns:a="http://schemas.openxmlformats.org/drawingml/2006/main">
            <a:fillRect l="0" t="0" r="0" b="0"/>
          </a:stretch>
        </p:blipFill>
        <p:spPr>
          <a:xfrm xmlns:a="http://schemas.openxmlformats.org/drawingml/2006/main">
            <a:off x="9010650" y="1838325"/>
            <a:ext cx="2571750" cy="21526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D4F06C3-D9D1-4167-A02B-0A4EF07B8436}"/>
              </a:ext>
            </a:extLst>
          </p:cNvPr>
          <p:cNvSpPr>
            <a:spLocks xmlns:a="http://schemas.openxmlformats.org/drawingml/2006/main" noGrp="1"/>
          </p:cNvSpPr>
          <p:nvPr/>
        </p:nvSpPr>
        <p:spPr>
          <a:xfrm xmlns:a="http://schemas.openxmlformats.org/drawingml/2006/main">
            <a:off x="9010650" y="421957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BB984C"/>
                </a:solidFill>
                <a:latin typeface="DejaVu Sans"/>
                <a:ea typeface="DejaVu Sans"/>
                <a:cs typeface="DejaVu Sans"/>
              </a:defRPr>
            </a:defPPr>
          </a:lstStyle>
          <a:p xmlns:a="http://schemas.openxmlformats.org/drawingml/2006/main">
            <a:pPr>
              <a:defRPr sz="1950" b="1">
                <a:solidFill>
                  <a:srgbClr val="BB984C"/>
                </a:solidFill>
                <a:latin typeface="DejaVu Sans"/>
                <a:ea typeface="DejaVu Sans"/>
                <a:cs typeface="DejaVu Sans"/>
              </a:defRPr>
            </a:pPr>
            <a:r>
              <a:rPr sz="1950" b="1">
                <a:solidFill>
                  <a:srgbClr val="BB984C"/>
                </a:solidFill>
                <a:latin typeface="DejaVu Sans"/>
                <a:ea typeface="DejaVu Sans"/>
                <a:cs typeface="DejaVu Sans"/>
              </a:rPr>
              <a:t>Run &amp; monitor</a:t>
            </a:r>
          </a:p>
        </p:txBody>
      </p:sp>
      <p:sp>
        <p:nvSpPr>
          <p:cNvPr id="15" name="">
            <a:extLst xmlns:a="http://schemas.openxmlformats.org/drawingml/2006/main">
              <a:ext uri="{FF2B5EF4-FFF2-40B4-BE49-F238E27FC236}">
                <a16:creationId xmlns:a16="http://schemas.microsoft.com/office/drawing/2014/main" id="{91FC9C84-DA4A-40B6-ACFE-6CD89DC56740}"/>
              </a:ext>
            </a:extLst>
          </p:cNvPr>
          <p:cNvSpPr>
            <a:spLocks xmlns:a="http://schemas.openxmlformats.org/drawingml/2006/main" noGrp="1"/>
          </p:cNvSpPr>
          <p:nvPr/>
        </p:nvSpPr>
        <p:spPr>
          <a:xfrm xmlns:a="http://schemas.openxmlformats.org/drawingml/2006/main">
            <a:off x="9010650" y="4857750"/>
            <a:ext cx="25241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Measure the result</a:t>
            </a:r>
          </a:p>
        </p:txBody>
      </p:sp>
      <p:sp>
        <p:nvSpPr>
          <p:cNvPr id="16" name="">
            <a:extLst xmlns:a="http://schemas.openxmlformats.org/drawingml/2006/main">
              <a:ext uri="{FF2B5EF4-FFF2-40B4-BE49-F238E27FC236}">
                <a16:creationId xmlns:a16="http://schemas.microsoft.com/office/drawing/2014/main" id="{66F7A42E-5FB2-4FE9-9D4A-7581D6F35BCF}"/>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269C9B8-408F-4722-8222-F36AEB9883F9}"/>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Make each new application easier to prepare, validate and deploy.</a:t>
            </a:r>
          </a:p>
        </p:txBody>
      </p:sp>
    </p:spTree>
    <p:extLst>
      <p:ext uri="{BB962C8B-B14F-4D97-AF65-F5344CB8AC3E}">
        <p14:creationId xmlns:p14="http://schemas.microsoft.com/office/powerpoint/2010/main" val="8886240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E07C1A0-78A3-43A1-97BD-2B2FF58C428D}"/>
              </a:ext>
            </a:extLst>
          </p:cNvPr>
          <p:cNvPicPr>
            <a:picLocks xmlns:a="http://schemas.openxmlformats.org/drawingml/2006/main" noChangeAspect="1"/>
          </p:cNvPicPr>
          <p:nvPr/>
        </p:nvPicPr>
        <p:blipFill>
          <a:blip xmlns:r="http://schemas.openxmlformats.org/officeDocument/2006/relationships" xmlns:a="http://schemas.openxmlformats.org/drawingml/2006/main" r:embed="Re1fd7de2d6c24daa"/>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23F77E-FA95-4469-B78A-EE2C2DA9B888}"/>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Vision &amp; challenges</a:t>
            </a:r>
          </a:p>
        </p:txBody>
      </p:sp>
      <p:sp>
        <p:nvSpPr>
          <p:cNvPr id="3" name="">
            <a:extLst xmlns:a="http://schemas.openxmlformats.org/drawingml/2006/main">
              <a:ext uri="{FF2B5EF4-FFF2-40B4-BE49-F238E27FC236}">
                <a16:creationId xmlns:a16="http://schemas.microsoft.com/office/drawing/2014/main" id="{FE72174B-2078-4F59-8EF7-1EB620B9F898}"/>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16</a:t>
            </a:r>
          </a:p>
        </p:txBody>
      </p:sp>
      <p:sp>
        <p:nvSpPr>
          <p:cNvPr id="4" name="">
            <a:extLst xmlns:a="http://schemas.openxmlformats.org/drawingml/2006/main">
              <a:ext uri="{FF2B5EF4-FFF2-40B4-BE49-F238E27FC236}">
                <a16:creationId xmlns:a16="http://schemas.microsoft.com/office/drawing/2014/main" id="{D81DD309-2FD5-4E5D-9BAA-2B3A89CD32E1}"/>
              </a:ext>
            </a:extLst>
          </p:cNvPr>
          <p:cNvSpPr>
            <a:spLocks xmlns:a="http://schemas.openxmlformats.org/drawingml/2006/main" noGrp="1"/>
          </p:cNvSpPr>
          <p:nvPr/>
        </p:nvSpPr>
        <p:spPr>
          <a:xfrm xmlns:a="http://schemas.openxmlformats.org/drawingml/2006/main">
            <a:off x="609600" y="1600200"/>
            <a:ext cx="10972800" cy="1066800"/>
          </a:xfrm>
          <a:prstGeom xmlns:a="http://schemas.openxmlformats.org/drawingml/2006/main" prst="rect">
            <a:avLst/>
          </a:prstGeom>
          <a:solidFill xmlns:a="http://schemas.openxmlformats.org/drawingml/2006/main">
            <a:srgbClr val="EAF4F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8CBD43-1578-4876-926A-C0D7DEA80218}"/>
              </a:ext>
            </a:extLst>
          </p:cNvPr>
          <p:cNvSpPr>
            <a:spLocks xmlns:a="http://schemas.openxmlformats.org/drawingml/2006/main" noGrp="1"/>
          </p:cNvSpPr>
          <p:nvPr/>
        </p:nvSpPr>
        <p:spPr>
          <a:xfrm xmlns:a="http://schemas.openxmlformats.org/drawingml/2006/main">
            <a:off x="819150" y="1790700"/>
            <a:ext cx="10429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398F91"/>
                </a:solidFill>
                <a:latin typeface="DejaVu Sans"/>
                <a:ea typeface="DejaVu Sans"/>
                <a:cs typeface="DejaVu Sans"/>
              </a:defRPr>
            </a:defPPr>
          </a:lstStyle>
          <a:p xmlns:a="http://schemas.openxmlformats.org/drawingml/2006/main">
            <a:pPr>
              <a:defRPr sz="2400" b="1">
                <a:solidFill>
                  <a:srgbClr val="398F91"/>
                </a:solidFill>
                <a:latin typeface="DejaVu Sans"/>
                <a:ea typeface="DejaVu Sans"/>
                <a:cs typeface="DejaVu Sans"/>
              </a:defRPr>
            </a:pPr>
            <a:r>
              <a:rPr sz="2400" b="1">
                <a:solidFill>
                  <a:srgbClr val="398F91"/>
                </a:solidFill>
                <a:latin typeface="DejaVu Sans"/>
                <a:ea typeface="DejaVu Sans"/>
                <a:cs typeface="DejaVu Sans"/>
              </a:rPr>
              <a:t>One robotics platform.</a:t>
            </a:r>
          </a:p>
          <a:p xmlns:a="http://schemas.openxmlformats.org/drawingml/2006/main">
            <a:pPr>
              <a:defRPr sz="2400" b="1">
                <a:solidFill>
                  <a:srgbClr val="398F91"/>
                </a:solidFill>
                <a:latin typeface="DejaVu Sans"/>
                <a:ea typeface="DejaVu Sans"/>
                <a:cs typeface="DejaVu Sans"/>
              </a:defRPr>
            </a:pPr>
            <a:r>
              <a:rPr sz="2400" b="1">
                <a:solidFill>
                  <a:srgbClr val="398F91"/>
                </a:solidFill>
                <a:latin typeface="DejaVu Sans"/>
                <a:ea typeface="DejaVu Sans"/>
                <a:cs typeface="DejaVu Sans"/>
              </a:rPr>
              <a:t>The right motion capability for every task.</a:t>
            </a:r>
          </a:p>
        </p:txBody>
      </p:sp>
      <p:pic>
        <p:nvPicPr>
          <p:cNvPr id="6" name="">
            <a:extLst xmlns:a="http://schemas.openxmlformats.org/drawingml/2006/main">
              <a:ext uri="{FF2B5EF4-FFF2-40B4-BE49-F238E27FC236}">
                <a16:creationId xmlns:a16="http://schemas.microsoft.com/office/drawing/2014/main" id="{5029DC2F-37F4-4109-8E63-2B9CC4DA3AE5}"/>
              </a:ext>
            </a:extLst>
          </p:cNvPr>
          <p:cNvPicPr>
            <a:picLocks xmlns:a="http://schemas.openxmlformats.org/drawingml/2006/main" noChangeAspect="1"/>
          </p:cNvPicPr>
          <p:nvPr/>
        </p:nvPicPr>
        <p:blipFill>
          <a:blip xmlns:r="http://schemas.openxmlformats.org/officeDocument/2006/relationships" xmlns:a="http://schemas.openxmlformats.org/drawingml/2006/main" r:embed="R4c3be5abcfcf4d5b"/>
          <a:srcRect xmlns:a="http://schemas.openxmlformats.org/drawingml/2006/main" l="0" t="26685" r="0" b="26685"/>
          <a:stretch xmlns:a="http://schemas.openxmlformats.org/drawingml/2006/main">
            <a:fillRect l="0" t="0" r="0" b="0"/>
          </a:stretch>
        </p:blipFill>
        <p:spPr>
          <a:xfrm xmlns:a="http://schemas.openxmlformats.org/drawingml/2006/main">
            <a:off x="609600" y="3086100"/>
            <a:ext cx="3390900" cy="1581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C641B7C-07F4-42AC-B4BB-50DE298EF274}"/>
              </a:ext>
            </a:extLst>
          </p:cNvPr>
          <p:cNvSpPr>
            <a:spLocks xmlns:a="http://schemas.openxmlformats.org/drawingml/2006/main" noGrp="1"/>
          </p:cNvSpPr>
          <p:nvPr/>
        </p:nvSpPr>
        <p:spPr>
          <a:xfrm xmlns:a="http://schemas.openxmlformats.org/drawingml/2006/main">
            <a:off x="609600" y="4857750"/>
            <a:ext cx="335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98F91"/>
                </a:solidFill>
                <a:latin typeface="DejaVu Sans"/>
                <a:ea typeface="DejaVu Sans"/>
                <a:cs typeface="DejaVu Sans"/>
              </a:defRPr>
            </a:defPPr>
          </a:lstStyle>
          <a:p xmlns:a="http://schemas.openxmlformats.org/drawingml/2006/main">
            <a:pPr>
              <a:defRPr sz="1950" b="1">
                <a:solidFill>
                  <a:srgbClr val="398F91"/>
                </a:solidFill>
                <a:latin typeface="DejaVu Sans"/>
                <a:ea typeface="DejaVu Sans"/>
                <a:cs typeface="DejaVu Sans"/>
              </a:defRPr>
            </a:pPr>
            <a:r>
              <a:rPr sz="1950" b="1">
                <a:solidFill>
                  <a:srgbClr val="398F91"/>
                </a:solidFill>
                <a:latin typeface="DejaVu Sans"/>
                <a:ea typeface="DejaVu Sans"/>
                <a:cs typeface="DejaVu Sans"/>
              </a:rPr>
              <a:t>Different tasks</a:t>
            </a:r>
          </a:p>
        </p:txBody>
      </p:sp>
      <p:sp>
        <p:nvSpPr>
          <p:cNvPr id="8" name="">
            <a:extLst xmlns:a="http://schemas.openxmlformats.org/drawingml/2006/main">
              <a:ext uri="{FF2B5EF4-FFF2-40B4-BE49-F238E27FC236}">
                <a16:creationId xmlns:a16="http://schemas.microsoft.com/office/drawing/2014/main" id="{72E23223-FF32-4DEA-A4EC-E2AB4F55C65D}"/>
              </a:ext>
            </a:extLst>
          </p:cNvPr>
          <p:cNvSpPr>
            <a:spLocks xmlns:a="http://schemas.openxmlformats.org/drawingml/2006/main" noGrp="1"/>
          </p:cNvSpPr>
          <p:nvPr/>
        </p:nvSpPr>
        <p:spPr>
          <a:xfrm xmlns:a="http://schemas.openxmlformats.org/drawingml/2006/main">
            <a:off x="609600" y="5381625"/>
            <a:ext cx="335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Select the right planner</a:t>
            </a:r>
          </a:p>
        </p:txBody>
      </p:sp>
      <p:pic>
        <p:nvPicPr>
          <p:cNvPr id="9" name="">
            <a:extLst xmlns:a="http://schemas.openxmlformats.org/drawingml/2006/main">
              <a:ext uri="{FF2B5EF4-FFF2-40B4-BE49-F238E27FC236}">
                <a16:creationId xmlns:a16="http://schemas.microsoft.com/office/drawing/2014/main" id="{88700E32-C5FD-45BF-A08F-633DA01BFAB9}"/>
              </a:ext>
            </a:extLst>
          </p:cNvPr>
          <p:cNvPicPr>
            <a:picLocks xmlns:a="http://schemas.openxmlformats.org/drawingml/2006/main" noChangeAspect="1"/>
          </p:cNvPicPr>
          <p:nvPr/>
        </p:nvPicPr>
        <p:blipFill>
          <a:blip xmlns:r="http://schemas.openxmlformats.org/officeDocument/2006/relationships" xmlns:a="http://schemas.openxmlformats.org/drawingml/2006/main" r:embed="R163a5474c1df4027"/>
          <a:srcRect xmlns:a="http://schemas.openxmlformats.org/drawingml/2006/main" l="0" t="26685" r="0" b="26685"/>
          <a:stretch xmlns:a="http://schemas.openxmlformats.org/drawingml/2006/main">
            <a:fillRect l="0" t="0" r="0" b="0"/>
          </a:stretch>
        </p:blipFill>
        <p:spPr>
          <a:xfrm xmlns:a="http://schemas.openxmlformats.org/drawingml/2006/main">
            <a:off x="4305300" y="3086100"/>
            <a:ext cx="3390900" cy="15811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69C867A-34F5-414F-B997-D6095CC586F6}"/>
              </a:ext>
            </a:extLst>
          </p:cNvPr>
          <p:cNvSpPr>
            <a:spLocks xmlns:a="http://schemas.openxmlformats.org/drawingml/2006/main" noGrp="1"/>
          </p:cNvSpPr>
          <p:nvPr/>
        </p:nvSpPr>
        <p:spPr>
          <a:xfrm xmlns:a="http://schemas.openxmlformats.org/drawingml/2006/main">
            <a:off x="4305300" y="4857750"/>
            <a:ext cx="335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618AA7"/>
                </a:solidFill>
                <a:latin typeface="DejaVu Sans"/>
                <a:ea typeface="DejaVu Sans"/>
                <a:cs typeface="DejaVu Sans"/>
              </a:defRPr>
            </a:defPPr>
          </a:lstStyle>
          <a:p xmlns:a="http://schemas.openxmlformats.org/drawingml/2006/main">
            <a:pPr>
              <a:defRPr sz="1950" b="1">
                <a:solidFill>
                  <a:srgbClr val="618AA7"/>
                </a:solidFill>
                <a:latin typeface="DejaVu Sans"/>
                <a:ea typeface="DejaVu Sans"/>
                <a:cs typeface="DejaVu Sans"/>
              </a:defRPr>
            </a:pPr>
            <a:r>
              <a:rPr sz="1950" b="1">
                <a:solidFill>
                  <a:srgbClr val="618AA7"/>
                </a:solidFill>
                <a:latin typeface="DejaVu Sans"/>
                <a:ea typeface="DejaVu Sans"/>
                <a:cs typeface="DejaVu Sans"/>
              </a:rPr>
              <a:t>One working system</a:t>
            </a:r>
          </a:p>
        </p:txBody>
      </p:sp>
      <p:sp>
        <p:nvSpPr>
          <p:cNvPr id="11" name="">
            <a:extLst xmlns:a="http://schemas.openxmlformats.org/drawingml/2006/main">
              <a:ext uri="{FF2B5EF4-FFF2-40B4-BE49-F238E27FC236}">
                <a16:creationId xmlns:a16="http://schemas.microsoft.com/office/drawing/2014/main" id="{EAF7CAFA-0B97-453D-8D70-2BC94CAD4D6B}"/>
              </a:ext>
            </a:extLst>
          </p:cNvPr>
          <p:cNvSpPr>
            <a:spLocks xmlns:a="http://schemas.openxmlformats.org/drawingml/2006/main" noGrp="1"/>
          </p:cNvSpPr>
          <p:nvPr/>
        </p:nvSpPr>
        <p:spPr>
          <a:xfrm xmlns:a="http://schemas.openxmlformats.org/drawingml/2006/main">
            <a:off x="4305300" y="5381625"/>
            <a:ext cx="335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Connect the components</a:t>
            </a:r>
          </a:p>
        </p:txBody>
      </p:sp>
      <p:pic>
        <p:nvPicPr>
          <p:cNvPr id="12" name="">
            <a:extLst xmlns:a="http://schemas.openxmlformats.org/drawingml/2006/main">
              <a:ext uri="{FF2B5EF4-FFF2-40B4-BE49-F238E27FC236}">
                <a16:creationId xmlns:a16="http://schemas.microsoft.com/office/drawing/2014/main" id="{ED1EB20C-6383-49ED-B230-7CB1DB475094}"/>
              </a:ext>
            </a:extLst>
          </p:cNvPr>
          <p:cNvPicPr>
            <a:picLocks xmlns:a="http://schemas.openxmlformats.org/drawingml/2006/main" noChangeAspect="1"/>
          </p:cNvPicPr>
          <p:nvPr/>
        </p:nvPicPr>
        <p:blipFill>
          <a:blip xmlns:r="http://schemas.openxmlformats.org/officeDocument/2006/relationships" xmlns:a="http://schemas.openxmlformats.org/drawingml/2006/main" r:embed="R8a30439a8f6043a7"/>
          <a:srcRect xmlns:a="http://schemas.openxmlformats.org/drawingml/2006/main" l="0" t="15028" r="0" b="15028"/>
          <a:stretch xmlns:a="http://schemas.openxmlformats.org/drawingml/2006/main">
            <a:fillRect l="0" t="0" r="0" b="0"/>
          </a:stretch>
        </p:blipFill>
        <p:spPr>
          <a:xfrm xmlns:a="http://schemas.openxmlformats.org/drawingml/2006/main">
            <a:off x="8001000" y="3086100"/>
            <a:ext cx="3390900" cy="15811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B7230F1-BFE9-4403-810E-73833EB866F6}"/>
              </a:ext>
            </a:extLst>
          </p:cNvPr>
          <p:cNvSpPr>
            <a:spLocks xmlns:a="http://schemas.openxmlformats.org/drawingml/2006/main" noGrp="1"/>
          </p:cNvSpPr>
          <p:nvPr/>
        </p:nvSpPr>
        <p:spPr>
          <a:xfrm xmlns:a="http://schemas.openxmlformats.org/drawingml/2006/main">
            <a:off x="8001000" y="4857750"/>
            <a:ext cx="335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C77D70"/>
                </a:solidFill>
                <a:latin typeface="DejaVu Sans"/>
                <a:ea typeface="DejaVu Sans"/>
                <a:cs typeface="DejaVu Sans"/>
              </a:defRPr>
            </a:defPPr>
          </a:lstStyle>
          <a:p xmlns:a="http://schemas.openxmlformats.org/drawingml/2006/main">
            <a:pPr>
              <a:defRPr sz="1950" b="1">
                <a:solidFill>
                  <a:srgbClr val="C77D70"/>
                </a:solidFill>
                <a:latin typeface="DejaVu Sans"/>
                <a:ea typeface="DejaVu Sans"/>
                <a:cs typeface="DejaVu Sans"/>
              </a:defRPr>
            </a:pPr>
            <a:r>
              <a:rPr sz="1950" b="1">
                <a:solidFill>
                  <a:srgbClr val="C77D70"/>
                </a:solidFill>
                <a:latin typeface="DejaVu Sans"/>
                <a:ea typeface="DejaVu Sans"/>
                <a:cs typeface="DejaVu Sans"/>
              </a:rPr>
              <a:t>Changing conditions</a:t>
            </a:r>
          </a:p>
        </p:txBody>
      </p:sp>
      <p:sp>
        <p:nvSpPr>
          <p:cNvPr id="14" name="">
            <a:extLst xmlns:a="http://schemas.openxmlformats.org/drawingml/2006/main">
              <a:ext uri="{FF2B5EF4-FFF2-40B4-BE49-F238E27FC236}">
                <a16:creationId xmlns:a16="http://schemas.microsoft.com/office/drawing/2014/main" id="{70C867D2-5B98-4723-9A75-594CDAD350F8}"/>
              </a:ext>
            </a:extLst>
          </p:cNvPr>
          <p:cNvSpPr>
            <a:spLocks xmlns:a="http://schemas.openxmlformats.org/drawingml/2006/main" noGrp="1"/>
          </p:cNvSpPr>
          <p:nvPr/>
        </p:nvSpPr>
        <p:spPr>
          <a:xfrm xmlns:a="http://schemas.openxmlformats.org/drawingml/2006/main">
            <a:off x="8001000" y="5381625"/>
            <a:ext cx="335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7782"/>
                </a:solidFill>
                <a:latin typeface="DejaVu Sans"/>
                <a:ea typeface="DejaVu Sans"/>
                <a:cs typeface="DejaVu Sans"/>
              </a:defRPr>
            </a:defPPr>
          </a:lstStyle>
          <a:p xmlns:a="http://schemas.openxmlformats.org/drawingml/2006/main">
            <a:pPr>
              <a:defRPr sz="1650" b="0">
                <a:solidFill>
                  <a:srgbClr val="667782"/>
                </a:solidFill>
                <a:latin typeface="DejaVu Sans"/>
                <a:ea typeface="DejaVu Sans"/>
                <a:cs typeface="DejaVu Sans"/>
              </a:defRPr>
            </a:pPr>
            <a:r>
              <a:rPr sz="1650" b="0">
                <a:solidFill>
                  <a:srgbClr val="667782"/>
                </a:solidFill>
                <a:latin typeface="DejaVu Sans"/>
                <a:ea typeface="DejaVu Sans"/>
                <a:cs typeface="DejaVu Sans"/>
              </a:rPr>
              <a:t>Adapt without losing accuracy</a:t>
            </a:r>
          </a:p>
        </p:txBody>
      </p:sp>
    </p:spTree>
    <p:extLst>
      <p:ext uri="{BB962C8B-B14F-4D97-AF65-F5344CB8AC3E}">
        <p14:creationId xmlns:p14="http://schemas.microsoft.com/office/powerpoint/2010/main" val="7736895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FEBFEDBD-55F1-4C3D-AC96-EF1A316DBCE7}"/>
              </a:ext>
            </a:extLst>
          </p:cNvPr>
          <p:cNvPicPr>
            <a:picLocks xmlns:a="http://schemas.openxmlformats.org/drawingml/2006/main" noChangeAspect="1"/>
          </p:cNvPicPr>
          <p:nvPr/>
        </p:nvPicPr>
        <p:blipFill>
          <a:blip xmlns:r="http://schemas.openxmlformats.org/officeDocument/2006/relationships" xmlns:a="http://schemas.openxmlformats.org/drawingml/2006/main" r:embed="R2f2cc90f471644e6"/>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D83050-AF1C-492E-BA4F-28426CB50EDE}"/>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Roadmap · 2027 | Establish the common foundation</a:t>
            </a:r>
          </a:p>
        </p:txBody>
      </p:sp>
      <p:sp>
        <p:nvSpPr>
          <p:cNvPr id="3" name="">
            <a:extLst xmlns:a="http://schemas.openxmlformats.org/drawingml/2006/main">
              <a:ext uri="{FF2B5EF4-FFF2-40B4-BE49-F238E27FC236}">
                <a16:creationId xmlns:a16="http://schemas.microsoft.com/office/drawing/2014/main" id="{89F8A844-F1FE-401D-A896-80A94D89B360}"/>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17</a:t>
            </a:r>
          </a:p>
        </p:txBody>
      </p:sp>
      <p:sp>
        <p:nvSpPr>
          <p:cNvPr id="4" name="">
            <a:extLst xmlns:a="http://schemas.openxmlformats.org/drawingml/2006/main">
              <a:ext uri="{FF2B5EF4-FFF2-40B4-BE49-F238E27FC236}">
                <a16:creationId xmlns:a16="http://schemas.microsoft.com/office/drawing/2014/main" id="{11FA9AAD-0317-48A9-861F-8CDBA54D34FA}"/>
              </a:ext>
            </a:extLst>
          </p:cNvPr>
          <p:cNvSpPr>
            <a:spLocks xmlns:a="http://schemas.openxmlformats.org/drawingml/2006/main" noGrp="1"/>
          </p:cNvSpPr>
          <p:nvPr/>
        </p:nvSpPr>
        <p:spPr>
          <a:xfrm xmlns:a="http://schemas.openxmlformats.org/drawingml/2006/main">
            <a:off x="742950" y="2752725"/>
            <a:ext cx="1038225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1F4B75-3FDA-47D6-8122-4D9D73AE703B}"/>
              </a:ext>
            </a:extLst>
          </p:cNvPr>
          <p:cNvSpPr>
            <a:spLocks xmlns:a="http://schemas.openxmlformats.org/drawingml/2006/main" noGrp="1"/>
          </p:cNvSpPr>
          <p:nvPr/>
        </p:nvSpPr>
        <p:spPr>
          <a:xfrm xmlns:a="http://schemas.openxmlformats.org/drawingml/2006/main">
            <a:off x="609600" y="2600325"/>
            <a:ext cx="276225" cy="276225"/>
          </a:xfrm>
          <a:prstGeom xmlns:a="http://schemas.openxmlformats.org/drawingml/2006/main" prst="rect">
            <a:avLst/>
          </a:prstGeom>
          <a:solidFill xmlns:a="http://schemas.openxmlformats.org/drawingml/2006/main">
            <a:srgbClr val="398F9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806090-7C0C-4410-931E-B46D7048E1B6}"/>
              </a:ext>
            </a:extLst>
          </p:cNvPr>
          <p:cNvSpPr>
            <a:spLocks xmlns:a="http://schemas.openxmlformats.org/drawingml/2006/main" noGrp="1"/>
          </p:cNvSpPr>
          <p:nvPr/>
        </p:nvSpPr>
        <p:spPr>
          <a:xfrm xmlns:a="http://schemas.openxmlformats.org/drawingml/2006/main">
            <a:off x="609600" y="1990725"/>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398F91"/>
                </a:solidFill>
                <a:latin typeface="DejaVu Sans"/>
                <a:ea typeface="DejaVu Sans"/>
                <a:cs typeface="DejaVu Sans"/>
              </a:defRPr>
            </a:defPPr>
          </a:lstStyle>
          <a:p xmlns:a="http://schemas.openxmlformats.org/drawingml/2006/main">
            <a:pPr>
              <a:defRPr sz="2625" b="1">
                <a:solidFill>
                  <a:srgbClr val="398F91"/>
                </a:solidFill>
                <a:latin typeface="DejaVu Sans"/>
                <a:ea typeface="DejaVu Sans"/>
                <a:cs typeface="DejaVu Sans"/>
              </a:defRPr>
            </a:pPr>
            <a:r>
              <a:rPr sz="2625" b="1">
                <a:solidFill>
                  <a:srgbClr val="398F91"/>
                </a:solidFill>
                <a:latin typeface="DejaVu Sans"/>
                <a:ea typeface="DejaVu Sans"/>
                <a:cs typeface="DejaVu Sans"/>
              </a:rPr>
              <a:t>Q1</a:t>
            </a:r>
          </a:p>
        </p:txBody>
      </p:sp>
      <p:sp>
        <p:nvSpPr>
          <p:cNvPr id="7" name="">
            <a:extLst xmlns:a="http://schemas.openxmlformats.org/drawingml/2006/main">
              <a:ext uri="{FF2B5EF4-FFF2-40B4-BE49-F238E27FC236}">
                <a16:creationId xmlns:a16="http://schemas.microsoft.com/office/drawing/2014/main" id="{0FE07683-946E-46F2-AB69-82EF58AF815D}"/>
              </a:ext>
            </a:extLst>
          </p:cNvPr>
          <p:cNvSpPr>
            <a:spLocks xmlns:a="http://schemas.openxmlformats.org/drawingml/2006/main" noGrp="1"/>
          </p:cNvSpPr>
          <p:nvPr/>
        </p:nvSpPr>
        <p:spPr>
          <a:xfrm xmlns:a="http://schemas.openxmlformats.org/drawingml/2006/main">
            <a:off x="609600" y="3171825"/>
            <a:ext cx="2628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63B48"/>
                </a:solidFill>
                <a:latin typeface="DejaVu Sans"/>
                <a:ea typeface="DejaVu Sans"/>
                <a:cs typeface="DejaVu Sans"/>
              </a:defRPr>
            </a:defPPr>
          </a:lstStyle>
          <a:p xmlns:a="http://schemas.openxmlformats.org/drawingml/2006/main">
            <a:pPr>
              <a:defRPr sz="2175" b="1">
                <a:solidFill>
                  <a:srgbClr val="263B48"/>
                </a:solidFill>
                <a:latin typeface="DejaVu Sans"/>
                <a:ea typeface="DejaVu Sans"/>
                <a:cs typeface="DejaVu Sans"/>
              </a:defRPr>
            </a:pPr>
            <a:r>
              <a:rPr sz="2175" b="1">
                <a:solidFill>
                  <a:srgbClr val="263B48"/>
                </a:solidFill>
                <a:latin typeface="DejaVu Sans"/>
                <a:ea typeface="DejaVu Sans"/>
                <a:cs typeface="DejaVu Sans"/>
              </a:rPr>
              <a:t>Connect</a:t>
            </a:r>
          </a:p>
        </p:txBody>
      </p:sp>
      <p:sp>
        <p:nvSpPr>
          <p:cNvPr id="8" name="">
            <a:extLst xmlns:a="http://schemas.openxmlformats.org/drawingml/2006/main">
              <a:ext uri="{FF2B5EF4-FFF2-40B4-BE49-F238E27FC236}">
                <a16:creationId xmlns:a16="http://schemas.microsoft.com/office/drawing/2014/main" id="{849E3233-56A8-472A-A6BF-2A0011641FA3}"/>
              </a:ext>
            </a:extLst>
          </p:cNvPr>
          <p:cNvSpPr>
            <a:spLocks xmlns:a="http://schemas.openxmlformats.org/drawingml/2006/main" noGrp="1"/>
          </p:cNvSpPr>
          <p:nvPr/>
        </p:nvSpPr>
        <p:spPr>
          <a:xfrm xmlns:a="http://schemas.openxmlformats.org/drawingml/2006/main">
            <a:off x="609600" y="3886200"/>
            <a:ext cx="24860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667782"/>
                </a:solidFill>
                <a:latin typeface="DejaVu Sans"/>
                <a:ea typeface="DejaVu Sans"/>
                <a:cs typeface="DejaVu Sans"/>
              </a:defRPr>
            </a:defPPr>
          </a:lstStyle>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Robot, part &amp; task data</a:t>
            </a:r>
          </a:p>
        </p:txBody>
      </p:sp>
      <p:sp>
        <p:nvSpPr>
          <p:cNvPr id="9" name="">
            <a:extLst xmlns:a="http://schemas.openxmlformats.org/drawingml/2006/main">
              <a:ext uri="{FF2B5EF4-FFF2-40B4-BE49-F238E27FC236}">
                <a16:creationId xmlns:a16="http://schemas.microsoft.com/office/drawing/2014/main" id="{C7ABA415-B8B5-45B8-8AC6-144E10D89361}"/>
              </a:ext>
            </a:extLst>
          </p:cNvPr>
          <p:cNvSpPr>
            <a:spLocks xmlns:a="http://schemas.openxmlformats.org/drawingml/2006/main" noGrp="1"/>
          </p:cNvSpPr>
          <p:nvPr/>
        </p:nvSpPr>
        <p:spPr>
          <a:xfrm xmlns:a="http://schemas.openxmlformats.org/drawingml/2006/main">
            <a:off x="609600" y="5038725"/>
            <a:ext cx="2571750" cy="762000"/>
          </a:xfrm>
          <a:prstGeom xmlns:a="http://schemas.openxmlformats.org/drawingml/2006/main" prst="rect">
            <a:avLst/>
          </a:prstGeom>
          <a:solidFill xmlns:a="http://schemas.openxmlformats.org/drawingml/2006/main">
            <a:srgbClr val="EAF4F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E4921C5-C0C7-4A02-9AE2-373187C213E3}"/>
              </a:ext>
            </a:extLst>
          </p:cNvPr>
          <p:cNvSpPr>
            <a:spLocks xmlns:a="http://schemas.openxmlformats.org/drawingml/2006/main" noGrp="1"/>
          </p:cNvSpPr>
          <p:nvPr/>
        </p:nvSpPr>
        <p:spPr>
          <a:xfrm xmlns:a="http://schemas.openxmlformats.org/drawingml/2006/main">
            <a:off x="723900" y="520065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98F91"/>
                </a:solidFill>
                <a:latin typeface="DejaVu Sans"/>
                <a:ea typeface="DejaVu Sans"/>
                <a:cs typeface="DejaVu Sans"/>
              </a:defRPr>
            </a:defPPr>
          </a:lstStyle>
          <a:p xmlns:a="http://schemas.openxmlformats.org/drawingml/2006/main">
            <a:pPr>
              <a:defRPr sz="1575" b="1">
                <a:solidFill>
                  <a:srgbClr val="398F91"/>
                </a:solidFill>
                <a:latin typeface="DejaVu Sans"/>
                <a:ea typeface="DejaVu Sans"/>
                <a:cs typeface="DejaVu Sans"/>
              </a:defRPr>
            </a:pPr>
            <a:r>
              <a:rPr sz="1575" b="1">
                <a:solidFill>
                  <a:srgbClr val="398F91"/>
                </a:solidFill>
                <a:latin typeface="DejaVu Sans"/>
                <a:ea typeface="DejaVu Sans"/>
                <a:cs typeface="DejaVu Sans"/>
              </a:rPr>
              <a:t>Agreed interfaces</a:t>
            </a:r>
          </a:p>
        </p:txBody>
      </p:sp>
      <p:sp>
        <p:nvSpPr>
          <p:cNvPr id="11" name="">
            <a:extLst xmlns:a="http://schemas.openxmlformats.org/drawingml/2006/main">
              <a:ext uri="{FF2B5EF4-FFF2-40B4-BE49-F238E27FC236}">
                <a16:creationId xmlns:a16="http://schemas.microsoft.com/office/drawing/2014/main" id="{1798360C-EA0C-41A1-B12B-5FCCB000AE05}"/>
              </a:ext>
            </a:extLst>
          </p:cNvPr>
          <p:cNvSpPr>
            <a:spLocks xmlns:a="http://schemas.openxmlformats.org/drawingml/2006/main" noGrp="1"/>
          </p:cNvSpPr>
          <p:nvPr/>
        </p:nvSpPr>
        <p:spPr>
          <a:xfrm xmlns:a="http://schemas.openxmlformats.org/drawingml/2006/main">
            <a:off x="3409950" y="2600325"/>
            <a:ext cx="276225" cy="276225"/>
          </a:xfrm>
          <a:prstGeom xmlns:a="http://schemas.openxmlformats.org/drawingml/2006/main" prst="rect">
            <a:avLst/>
          </a:prstGeom>
          <a:solidFill xmlns:a="http://schemas.openxmlformats.org/drawingml/2006/main">
            <a:srgbClr val="618AA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043BBA-C9C4-434D-B24B-ED87F337B756}"/>
              </a:ext>
            </a:extLst>
          </p:cNvPr>
          <p:cNvSpPr>
            <a:spLocks xmlns:a="http://schemas.openxmlformats.org/drawingml/2006/main" noGrp="1"/>
          </p:cNvSpPr>
          <p:nvPr/>
        </p:nvSpPr>
        <p:spPr>
          <a:xfrm xmlns:a="http://schemas.openxmlformats.org/drawingml/2006/main">
            <a:off x="3409950" y="1990725"/>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618AA7"/>
                </a:solidFill>
                <a:latin typeface="DejaVu Sans"/>
                <a:ea typeface="DejaVu Sans"/>
                <a:cs typeface="DejaVu Sans"/>
              </a:defRPr>
            </a:defPPr>
          </a:lstStyle>
          <a:p xmlns:a="http://schemas.openxmlformats.org/drawingml/2006/main">
            <a:pPr>
              <a:defRPr sz="2625" b="1">
                <a:solidFill>
                  <a:srgbClr val="618AA7"/>
                </a:solidFill>
                <a:latin typeface="DejaVu Sans"/>
                <a:ea typeface="DejaVu Sans"/>
                <a:cs typeface="DejaVu Sans"/>
              </a:defRPr>
            </a:pPr>
            <a:r>
              <a:rPr sz="2625" b="1">
                <a:solidFill>
                  <a:srgbClr val="618AA7"/>
                </a:solidFill>
                <a:latin typeface="DejaVu Sans"/>
                <a:ea typeface="DejaVu Sans"/>
                <a:cs typeface="DejaVu Sans"/>
              </a:rPr>
              <a:t>Q2</a:t>
            </a:r>
          </a:p>
        </p:txBody>
      </p:sp>
      <p:sp>
        <p:nvSpPr>
          <p:cNvPr id="13" name="">
            <a:extLst xmlns:a="http://schemas.openxmlformats.org/drawingml/2006/main">
              <a:ext uri="{FF2B5EF4-FFF2-40B4-BE49-F238E27FC236}">
                <a16:creationId xmlns:a16="http://schemas.microsoft.com/office/drawing/2014/main" id="{64A4D414-9101-4BC2-A5FD-9A18EE82CB5C}"/>
              </a:ext>
            </a:extLst>
          </p:cNvPr>
          <p:cNvSpPr>
            <a:spLocks xmlns:a="http://schemas.openxmlformats.org/drawingml/2006/main" noGrp="1"/>
          </p:cNvSpPr>
          <p:nvPr/>
        </p:nvSpPr>
        <p:spPr>
          <a:xfrm xmlns:a="http://schemas.openxmlformats.org/drawingml/2006/main">
            <a:off x="3409950" y="3171825"/>
            <a:ext cx="2628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63B48"/>
                </a:solidFill>
                <a:latin typeface="DejaVu Sans"/>
                <a:ea typeface="DejaVu Sans"/>
                <a:cs typeface="DejaVu Sans"/>
              </a:defRPr>
            </a:defPPr>
          </a:lstStyle>
          <a:p xmlns:a="http://schemas.openxmlformats.org/drawingml/2006/main">
            <a:pPr>
              <a:defRPr sz="2175" b="1">
                <a:solidFill>
                  <a:srgbClr val="263B48"/>
                </a:solidFill>
                <a:latin typeface="DejaVu Sans"/>
                <a:ea typeface="DejaVu Sans"/>
                <a:cs typeface="DejaVu Sans"/>
              </a:defRPr>
            </a:pPr>
            <a:r>
              <a:rPr sz="2175" b="1">
                <a:solidFill>
                  <a:srgbClr val="263B48"/>
                </a:solidFill>
                <a:latin typeface="DejaVu Sans"/>
                <a:ea typeface="DejaVu Sans"/>
                <a:cs typeface="DejaVu Sans"/>
              </a:rPr>
              <a:t>Plan &amp; validate</a:t>
            </a:r>
          </a:p>
        </p:txBody>
      </p:sp>
      <p:sp>
        <p:nvSpPr>
          <p:cNvPr id="14" name="">
            <a:extLst xmlns:a="http://schemas.openxmlformats.org/drawingml/2006/main">
              <a:ext uri="{FF2B5EF4-FFF2-40B4-BE49-F238E27FC236}">
                <a16:creationId xmlns:a16="http://schemas.microsoft.com/office/drawing/2014/main" id="{ACA3F8FE-E979-4C82-B4BD-23E5D133AB8D}"/>
              </a:ext>
            </a:extLst>
          </p:cNvPr>
          <p:cNvSpPr>
            <a:spLocks xmlns:a="http://schemas.openxmlformats.org/drawingml/2006/main" noGrp="1"/>
          </p:cNvSpPr>
          <p:nvPr/>
        </p:nvSpPr>
        <p:spPr>
          <a:xfrm xmlns:a="http://schemas.openxmlformats.org/drawingml/2006/main">
            <a:off x="3409950" y="3886200"/>
            <a:ext cx="24860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667782"/>
                </a:solidFill>
                <a:latin typeface="DejaVu Sans"/>
                <a:ea typeface="DejaVu Sans"/>
                <a:cs typeface="DejaVu Sans"/>
              </a:defRPr>
            </a:defPPr>
          </a:lstStyle>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Select methods; check paths</a:t>
            </a:r>
          </a:p>
        </p:txBody>
      </p:sp>
      <p:sp>
        <p:nvSpPr>
          <p:cNvPr id="15" name="">
            <a:extLst xmlns:a="http://schemas.openxmlformats.org/drawingml/2006/main">
              <a:ext uri="{FF2B5EF4-FFF2-40B4-BE49-F238E27FC236}">
                <a16:creationId xmlns:a16="http://schemas.microsoft.com/office/drawing/2014/main" id="{97CFBC13-CBEF-476E-A34C-D61C84CA903A}"/>
              </a:ext>
            </a:extLst>
          </p:cNvPr>
          <p:cNvSpPr>
            <a:spLocks xmlns:a="http://schemas.openxmlformats.org/drawingml/2006/main" noGrp="1"/>
          </p:cNvSpPr>
          <p:nvPr/>
        </p:nvSpPr>
        <p:spPr>
          <a:xfrm xmlns:a="http://schemas.openxmlformats.org/drawingml/2006/main">
            <a:off x="3409950" y="5038725"/>
            <a:ext cx="2571750" cy="762000"/>
          </a:xfrm>
          <a:prstGeom xmlns:a="http://schemas.openxmlformats.org/drawingml/2006/main" prst="rect">
            <a:avLst/>
          </a:prstGeom>
          <a:solidFill xmlns:a="http://schemas.openxmlformats.org/drawingml/2006/main">
            <a:srgbClr val="EDF3F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3D018A0-7D10-40D4-BF3E-732018F6DEB1}"/>
              </a:ext>
            </a:extLst>
          </p:cNvPr>
          <p:cNvSpPr>
            <a:spLocks xmlns:a="http://schemas.openxmlformats.org/drawingml/2006/main" noGrp="1"/>
          </p:cNvSpPr>
          <p:nvPr/>
        </p:nvSpPr>
        <p:spPr>
          <a:xfrm xmlns:a="http://schemas.openxmlformats.org/drawingml/2006/main">
            <a:off x="3524250" y="520065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618AA7"/>
                </a:solidFill>
                <a:latin typeface="DejaVu Sans"/>
                <a:ea typeface="DejaVu Sans"/>
                <a:cs typeface="DejaVu Sans"/>
              </a:defRPr>
            </a:defPPr>
          </a:lstStyle>
          <a:p xmlns:a="http://schemas.openxmlformats.org/drawingml/2006/main">
            <a:pPr>
              <a:defRPr sz="1575" b="1">
                <a:solidFill>
                  <a:srgbClr val="618AA7"/>
                </a:solidFill>
                <a:latin typeface="DejaVu Sans"/>
                <a:ea typeface="DejaVu Sans"/>
                <a:cs typeface="DejaVu Sans"/>
              </a:defRPr>
            </a:pPr>
            <a:r>
              <a:rPr sz="1575" b="1">
                <a:solidFill>
                  <a:srgbClr val="618AA7"/>
                </a:solidFill>
                <a:latin typeface="DejaVu Sans"/>
                <a:ea typeface="DejaVu Sans"/>
                <a:cs typeface="DejaVu Sans"/>
              </a:rPr>
              <a:t>Pilot in simulation</a:t>
            </a:r>
          </a:p>
        </p:txBody>
      </p:sp>
      <p:sp>
        <p:nvSpPr>
          <p:cNvPr id="17" name="">
            <a:extLst xmlns:a="http://schemas.openxmlformats.org/drawingml/2006/main">
              <a:ext uri="{FF2B5EF4-FFF2-40B4-BE49-F238E27FC236}">
                <a16:creationId xmlns:a16="http://schemas.microsoft.com/office/drawing/2014/main" id="{AD15ADE1-D3E0-4923-A14A-37F29EBA5004}"/>
              </a:ext>
            </a:extLst>
          </p:cNvPr>
          <p:cNvSpPr>
            <a:spLocks xmlns:a="http://schemas.openxmlformats.org/drawingml/2006/main" noGrp="1"/>
          </p:cNvSpPr>
          <p:nvPr/>
        </p:nvSpPr>
        <p:spPr>
          <a:xfrm xmlns:a="http://schemas.openxmlformats.org/drawingml/2006/main">
            <a:off x="6210300" y="2600325"/>
            <a:ext cx="276225" cy="276225"/>
          </a:xfrm>
          <a:prstGeom xmlns:a="http://schemas.openxmlformats.org/drawingml/2006/main" prst="rect">
            <a:avLst/>
          </a:prstGeom>
          <a:solidFill xmlns:a="http://schemas.openxmlformats.org/drawingml/2006/main">
            <a:srgbClr val="C77D7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DFA0A17-C1A6-4303-9864-EE68043FFA6D}"/>
              </a:ext>
            </a:extLst>
          </p:cNvPr>
          <p:cNvSpPr>
            <a:spLocks xmlns:a="http://schemas.openxmlformats.org/drawingml/2006/main" noGrp="1"/>
          </p:cNvSpPr>
          <p:nvPr/>
        </p:nvSpPr>
        <p:spPr>
          <a:xfrm xmlns:a="http://schemas.openxmlformats.org/drawingml/2006/main">
            <a:off x="6210300" y="1990725"/>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C77D70"/>
                </a:solidFill>
                <a:latin typeface="DejaVu Sans"/>
                <a:ea typeface="DejaVu Sans"/>
                <a:cs typeface="DejaVu Sans"/>
              </a:defRPr>
            </a:defPPr>
          </a:lstStyle>
          <a:p xmlns:a="http://schemas.openxmlformats.org/drawingml/2006/main">
            <a:pPr>
              <a:defRPr sz="2625" b="1">
                <a:solidFill>
                  <a:srgbClr val="C77D70"/>
                </a:solidFill>
                <a:latin typeface="DejaVu Sans"/>
                <a:ea typeface="DejaVu Sans"/>
                <a:cs typeface="DejaVu Sans"/>
              </a:defRPr>
            </a:pPr>
            <a:r>
              <a:rPr sz="2625" b="1">
                <a:solidFill>
                  <a:srgbClr val="C77D70"/>
                </a:solidFill>
                <a:latin typeface="DejaVu Sans"/>
                <a:ea typeface="DejaVu Sans"/>
                <a:cs typeface="DejaVu Sans"/>
              </a:rPr>
              <a:t>Q3</a:t>
            </a:r>
          </a:p>
        </p:txBody>
      </p:sp>
      <p:sp>
        <p:nvSpPr>
          <p:cNvPr id="19" name="">
            <a:extLst xmlns:a="http://schemas.openxmlformats.org/drawingml/2006/main">
              <a:ext uri="{FF2B5EF4-FFF2-40B4-BE49-F238E27FC236}">
                <a16:creationId xmlns:a16="http://schemas.microsoft.com/office/drawing/2014/main" id="{1324DDAB-0CCD-4FE9-A0D1-FC1AADBEA0AF}"/>
              </a:ext>
            </a:extLst>
          </p:cNvPr>
          <p:cNvSpPr>
            <a:spLocks xmlns:a="http://schemas.openxmlformats.org/drawingml/2006/main" noGrp="1"/>
          </p:cNvSpPr>
          <p:nvPr/>
        </p:nvSpPr>
        <p:spPr>
          <a:xfrm xmlns:a="http://schemas.openxmlformats.org/drawingml/2006/main">
            <a:off x="6210300" y="3171825"/>
            <a:ext cx="2628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63B48"/>
                </a:solidFill>
                <a:latin typeface="DejaVu Sans"/>
                <a:ea typeface="DejaVu Sans"/>
                <a:cs typeface="DejaVu Sans"/>
              </a:defRPr>
            </a:defPPr>
          </a:lstStyle>
          <a:p xmlns:a="http://schemas.openxmlformats.org/drawingml/2006/main">
            <a:pPr>
              <a:defRPr sz="2175" b="1">
                <a:solidFill>
                  <a:srgbClr val="263B48"/>
                </a:solidFill>
                <a:latin typeface="DejaVu Sans"/>
                <a:ea typeface="DejaVu Sans"/>
                <a:cs typeface="DejaVu Sans"/>
              </a:defRPr>
            </a:pPr>
            <a:r>
              <a:rPr sz="2175" b="1">
                <a:solidFill>
                  <a:srgbClr val="263B48"/>
                </a:solidFill>
                <a:latin typeface="DejaVu Sans"/>
                <a:ea typeface="DejaVu Sans"/>
                <a:cs typeface="DejaVu Sans"/>
              </a:rPr>
              <a:t>Refine</a:t>
            </a:r>
          </a:p>
        </p:txBody>
      </p:sp>
      <p:sp>
        <p:nvSpPr>
          <p:cNvPr id="20" name="">
            <a:extLst xmlns:a="http://schemas.openxmlformats.org/drawingml/2006/main">
              <a:ext uri="{FF2B5EF4-FFF2-40B4-BE49-F238E27FC236}">
                <a16:creationId xmlns:a16="http://schemas.microsoft.com/office/drawing/2014/main" id="{A18F837D-A653-46FA-899E-2FC817189345}"/>
              </a:ext>
            </a:extLst>
          </p:cNvPr>
          <p:cNvSpPr>
            <a:spLocks xmlns:a="http://schemas.openxmlformats.org/drawingml/2006/main" noGrp="1"/>
          </p:cNvSpPr>
          <p:nvPr/>
        </p:nvSpPr>
        <p:spPr>
          <a:xfrm xmlns:a="http://schemas.openxmlformats.org/drawingml/2006/main">
            <a:off x="6210300" y="3886200"/>
            <a:ext cx="24860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667782"/>
                </a:solidFill>
                <a:latin typeface="DejaVu Sans"/>
                <a:ea typeface="DejaVu Sans"/>
                <a:cs typeface="DejaVu Sans"/>
              </a:defRPr>
            </a:defPPr>
          </a:lstStyle>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Sequence &amp; smooth motion</a:t>
            </a:r>
          </a:p>
        </p:txBody>
      </p:sp>
      <p:sp>
        <p:nvSpPr>
          <p:cNvPr id="21" name="">
            <a:extLst xmlns:a="http://schemas.openxmlformats.org/drawingml/2006/main">
              <a:ext uri="{FF2B5EF4-FFF2-40B4-BE49-F238E27FC236}">
                <a16:creationId xmlns:a16="http://schemas.microsoft.com/office/drawing/2014/main" id="{80F34E60-0115-4682-995F-BCA967CCD30F}"/>
              </a:ext>
            </a:extLst>
          </p:cNvPr>
          <p:cNvSpPr>
            <a:spLocks xmlns:a="http://schemas.openxmlformats.org/drawingml/2006/main" noGrp="1"/>
          </p:cNvSpPr>
          <p:nvPr/>
        </p:nvSpPr>
        <p:spPr>
          <a:xfrm xmlns:a="http://schemas.openxmlformats.org/drawingml/2006/main">
            <a:off x="6210300" y="5038725"/>
            <a:ext cx="2571750" cy="762000"/>
          </a:xfrm>
          <a:prstGeom xmlns:a="http://schemas.openxmlformats.org/drawingml/2006/main" prst="rect">
            <a:avLst/>
          </a:prstGeom>
          <a:solidFill xmlns:a="http://schemas.openxmlformats.org/drawingml/2006/main">
            <a:srgbClr val="FAEFE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F556585-11F3-4AF9-9180-F5002EE6D4CA}"/>
              </a:ext>
            </a:extLst>
          </p:cNvPr>
          <p:cNvSpPr>
            <a:spLocks xmlns:a="http://schemas.openxmlformats.org/drawingml/2006/main" noGrp="1"/>
          </p:cNvSpPr>
          <p:nvPr/>
        </p:nvSpPr>
        <p:spPr>
          <a:xfrm xmlns:a="http://schemas.openxmlformats.org/drawingml/2006/main">
            <a:off x="6324600" y="520065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C77D70"/>
                </a:solidFill>
                <a:latin typeface="DejaVu Sans"/>
                <a:ea typeface="DejaVu Sans"/>
                <a:cs typeface="DejaVu Sans"/>
              </a:defRPr>
            </a:defPPr>
          </a:lstStyle>
          <a:p xmlns:a="http://schemas.openxmlformats.org/drawingml/2006/main">
            <a:pPr>
              <a:defRPr sz="1575" b="1">
                <a:solidFill>
                  <a:srgbClr val="C77D70"/>
                </a:solidFill>
                <a:latin typeface="DejaVu Sans"/>
                <a:ea typeface="DejaVu Sans"/>
                <a:cs typeface="DejaVu Sans"/>
              </a:defRPr>
            </a:pPr>
            <a:r>
              <a:rPr sz="1575" b="1">
                <a:solidFill>
                  <a:srgbClr val="C77D70"/>
                </a:solidFill>
                <a:latin typeface="DejaVu Sans"/>
                <a:ea typeface="DejaVu Sans"/>
                <a:cs typeface="DejaVu Sans"/>
              </a:rPr>
              <a:t>Process-ready trials</a:t>
            </a:r>
          </a:p>
        </p:txBody>
      </p:sp>
      <p:sp>
        <p:nvSpPr>
          <p:cNvPr id="23" name="">
            <a:extLst xmlns:a="http://schemas.openxmlformats.org/drawingml/2006/main">
              <a:ext uri="{FF2B5EF4-FFF2-40B4-BE49-F238E27FC236}">
                <a16:creationId xmlns:a16="http://schemas.microsoft.com/office/drawing/2014/main" id="{74D150E5-CE06-4E96-9819-4851105D49C9}"/>
              </a:ext>
            </a:extLst>
          </p:cNvPr>
          <p:cNvSpPr>
            <a:spLocks xmlns:a="http://schemas.openxmlformats.org/drawingml/2006/main" noGrp="1"/>
          </p:cNvSpPr>
          <p:nvPr/>
        </p:nvSpPr>
        <p:spPr>
          <a:xfrm xmlns:a="http://schemas.openxmlformats.org/drawingml/2006/main">
            <a:off x="9010650" y="2600325"/>
            <a:ext cx="276225" cy="276225"/>
          </a:xfrm>
          <a:prstGeom xmlns:a="http://schemas.openxmlformats.org/drawingml/2006/main" prst="rect">
            <a:avLst/>
          </a:prstGeom>
          <a:solidFill xmlns:a="http://schemas.openxmlformats.org/drawingml/2006/main">
            <a:srgbClr val="BB984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87D6D21-BD8E-4F05-9134-5431A4BD8733}"/>
              </a:ext>
            </a:extLst>
          </p:cNvPr>
          <p:cNvSpPr>
            <a:spLocks xmlns:a="http://schemas.openxmlformats.org/drawingml/2006/main" noGrp="1"/>
          </p:cNvSpPr>
          <p:nvPr/>
        </p:nvSpPr>
        <p:spPr>
          <a:xfrm xmlns:a="http://schemas.openxmlformats.org/drawingml/2006/main">
            <a:off x="9010650" y="1990725"/>
            <a:ext cx="252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BB984C"/>
                </a:solidFill>
                <a:latin typeface="DejaVu Sans"/>
                <a:ea typeface="DejaVu Sans"/>
                <a:cs typeface="DejaVu Sans"/>
              </a:defRPr>
            </a:defPPr>
          </a:lstStyle>
          <a:p xmlns:a="http://schemas.openxmlformats.org/drawingml/2006/main">
            <a:pPr>
              <a:defRPr sz="2625" b="1">
                <a:solidFill>
                  <a:srgbClr val="BB984C"/>
                </a:solidFill>
                <a:latin typeface="DejaVu Sans"/>
                <a:ea typeface="DejaVu Sans"/>
                <a:cs typeface="DejaVu Sans"/>
              </a:defRPr>
            </a:pPr>
            <a:r>
              <a:rPr sz="2625" b="1">
                <a:solidFill>
                  <a:srgbClr val="BB984C"/>
                </a:solidFill>
                <a:latin typeface="DejaVu Sans"/>
                <a:ea typeface="DejaVu Sans"/>
                <a:cs typeface="DejaVu Sans"/>
              </a:rPr>
              <a:t>Q4</a:t>
            </a:r>
          </a:p>
        </p:txBody>
      </p:sp>
      <p:sp>
        <p:nvSpPr>
          <p:cNvPr id="25" name="">
            <a:extLst xmlns:a="http://schemas.openxmlformats.org/drawingml/2006/main">
              <a:ext uri="{FF2B5EF4-FFF2-40B4-BE49-F238E27FC236}">
                <a16:creationId xmlns:a16="http://schemas.microsoft.com/office/drawing/2014/main" id="{AE20C9AB-E7AE-4B9B-BF2E-22F2B3F1E568}"/>
              </a:ext>
            </a:extLst>
          </p:cNvPr>
          <p:cNvSpPr>
            <a:spLocks xmlns:a="http://schemas.openxmlformats.org/drawingml/2006/main" noGrp="1"/>
          </p:cNvSpPr>
          <p:nvPr/>
        </p:nvSpPr>
        <p:spPr>
          <a:xfrm xmlns:a="http://schemas.openxmlformats.org/drawingml/2006/main">
            <a:off x="9010650" y="3171825"/>
            <a:ext cx="2628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63B48"/>
                </a:solidFill>
                <a:latin typeface="DejaVu Sans"/>
                <a:ea typeface="DejaVu Sans"/>
                <a:cs typeface="DejaVu Sans"/>
              </a:defRPr>
            </a:defPPr>
          </a:lstStyle>
          <a:p xmlns:a="http://schemas.openxmlformats.org/drawingml/2006/main">
            <a:pPr>
              <a:defRPr sz="2175" b="1">
                <a:solidFill>
                  <a:srgbClr val="263B48"/>
                </a:solidFill>
                <a:latin typeface="DejaVu Sans"/>
                <a:ea typeface="DejaVu Sans"/>
                <a:cs typeface="DejaVu Sans"/>
              </a:defRPr>
            </a:pPr>
            <a:r>
              <a:rPr sz="2175" b="1">
                <a:solidFill>
                  <a:srgbClr val="263B48"/>
                </a:solidFill>
                <a:latin typeface="DejaVu Sans"/>
                <a:ea typeface="DejaVu Sans"/>
                <a:cs typeface="DejaVu Sans"/>
              </a:rPr>
              <a:t>Integrate &amp; prove</a:t>
            </a:r>
          </a:p>
        </p:txBody>
      </p:sp>
      <p:sp>
        <p:nvSpPr>
          <p:cNvPr id="26" name="">
            <a:extLst xmlns:a="http://schemas.openxmlformats.org/drawingml/2006/main">
              <a:ext uri="{FF2B5EF4-FFF2-40B4-BE49-F238E27FC236}">
                <a16:creationId xmlns:a16="http://schemas.microsoft.com/office/drawing/2014/main" id="{20F6FBA7-E46F-470E-9863-13458FE690C9}"/>
              </a:ext>
            </a:extLst>
          </p:cNvPr>
          <p:cNvSpPr>
            <a:spLocks xmlns:a="http://schemas.openxmlformats.org/drawingml/2006/main" noGrp="1"/>
          </p:cNvSpPr>
          <p:nvPr/>
        </p:nvSpPr>
        <p:spPr>
          <a:xfrm xmlns:a="http://schemas.openxmlformats.org/drawingml/2006/main">
            <a:off x="9010650" y="3886200"/>
            <a:ext cx="24860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667782"/>
                </a:solidFill>
                <a:latin typeface="DejaVu Sans"/>
                <a:ea typeface="DejaVu Sans"/>
                <a:cs typeface="DejaVu Sans"/>
              </a:defRPr>
            </a:defPPr>
          </a:lstStyle>
          <a:p xmlns:a="http://schemas.openxmlformats.org/drawingml/2006/main">
            <a:pPr>
              <a:defRPr sz="1725" b="0">
                <a:solidFill>
                  <a:srgbClr val="667782"/>
                </a:solidFill>
                <a:latin typeface="DejaVu Sans"/>
                <a:ea typeface="DejaVu Sans"/>
                <a:cs typeface="DejaVu Sans"/>
              </a:defRPr>
            </a:pPr>
            <a:r>
              <a:rPr sz="1725" b="0">
                <a:solidFill>
                  <a:srgbClr val="667782"/>
                </a:solidFill>
                <a:latin typeface="DejaVu Sans"/>
                <a:ea typeface="DejaVu Sans"/>
                <a:cs typeface="DejaVu Sans"/>
              </a:rPr>
              <a:t>RXU integration; robot trials</a:t>
            </a:r>
          </a:p>
        </p:txBody>
      </p:sp>
      <p:sp>
        <p:nvSpPr>
          <p:cNvPr id="27" name="">
            <a:extLst xmlns:a="http://schemas.openxmlformats.org/drawingml/2006/main">
              <a:ext uri="{FF2B5EF4-FFF2-40B4-BE49-F238E27FC236}">
                <a16:creationId xmlns:a16="http://schemas.microsoft.com/office/drawing/2014/main" id="{2383AB67-5360-427D-AF31-85CD6CA78327}"/>
              </a:ext>
            </a:extLst>
          </p:cNvPr>
          <p:cNvSpPr>
            <a:spLocks xmlns:a="http://schemas.openxmlformats.org/drawingml/2006/main" noGrp="1"/>
          </p:cNvSpPr>
          <p:nvPr/>
        </p:nvSpPr>
        <p:spPr>
          <a:xfrm xmlns:a="http://schemas.openxmlformats.org/drawingml/2006/main">
            <a:off x="9010650" y="5038725"/>
            <a:ext cx="2571750" cy="762000"/>
          </a:xfrm>
          <a:prstGeom xmlns:a="http://schemas.openxmlformats.org/drawingml/2006/main" prst="rect">
            <a:avLst/>
          </a:prstGeom>
          <a:solidFill xmlns:a="http://schemas.openxmlformats.org/drawingml/2006/main">
            <a:srgbClr val="F8F3E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ABD9DA9-ED08-404C-A34D-465367D1C8F0}"/>
              </a:ext>
            </a:extLst>
          </p:cNvPr>
          <p:cNvSpPr>
            <a:spLocks xmlns:a="http://schemas.openxmlformats.org/drawingml/2006/main" noGrp="1"/>
          </p:cNvSpPr>
          <p:nvPr/>
        </p:nvSpPr>
        <p:spPr>
          <a:xfrm xmlns:a="http://schemas.openxmlformats.org/drawingml/2006/main">
            <a:off x="9124950" y="5200650"/>
            <a:ext cx="2343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B984C"/>
                </a:solidFill>
                <a:latin typeface="DejaVu Sans"/>
                <a:ea typeface="DejaVu Sans"/>
                <a:cs typeface="DejaVu Sans"/>
              </a:defRPr>
            </a:defPPr>
          </a:lstStyle>
          <a:p xmlns:a="http://schemas.openxmlformats.org/drawingml/2006/main">
            <a:pPr>
              <a:defRPr sz="1575" b="1">
                <a:solidFill>
                  <a:srgbClr val="BB984C"/>
                </a:solidFill>
                <a:latin typeface="DejaVu Sans"/>
                <a:ea typeface="DejaVu Sans"/>
                <a:cs typeface="DejaVu Sans"/>
              </a:defRPr>
            </a:pPr>
            <a:r>
              <a:rPr sz="1575" b="1">
                <a:solidFill>
                  <a:srgbClr val="BB984C"/>
                </a:solidFill>
                <a:latin typeface="DejaVu Sans"/>
                <a:ea typeface="DejaVu Sans"/>
                <a:cs typeface="DejaVu Sans"/>
              </a:rPr>
              <a:t>Acceptance evidence</a:t>
            </a:r>
          </a:p>
        </p:txBody>
      </p:sp>
      <p:sp>
        <p:nvSpPr>
          <p:cNvPr id="29" name="">
            <a:extLst xmlns:a="http://schemas.openxmlformats.org/drawingml/2006/main">
              <a:ext uri="{FF2B5EF4-FFF2-40B4-BE49-F238E27FC236}">
                <a16:creationId xmlns:a16="http://schemas.microsoft.com/office/drawing/2014/main" id="{DDE284C3-59B4-4B23-9D84-0BB0C5B5478D}"/>
              </a:ext>
            </a:extLst>
          </p:cNvPr>
          <p:cNvSpPr>
            <a:spLocks xmlns:a="http://schemas.openxmlformats.org/drawingml/2006/main" noGrp="1"/>
          </p:cNvSpPr>
          <p:nvPr/>
        </p:nvSpPr>
        <p:spPr>
          <a:xfrm xmlns:a="http://schemas.openxmlformats.org/drawingml/2006/main">
            <a:off x="609600" y="6162675"/>
            <a:ext cx="1047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782"/>
                </a:solidFill>
                <a:latin typeface="DejaVu Sans"/>
                <a:ea typeface="DejaVu Sans"/>
                <a:cs typeface="DejaVu Sans"/>
              </a:defRPr>
            </a:defPPr>
          </a:lstStyle>
          <a:p xmlns:a="http://schemas.openxmlformats.org/drawingml/2006/main">
            <a:pPr>
              <a:defRPr sz="1350" b="0">
                <a:solidFill>
                  <a:srgbClr val="667782"/>
                </a:solidFill>
                <a:latin typeface="DejaVu Sans"/>
                <a:ea typeface="DejaVu Sans"/>
                <a:cs typeface="DejaVu Sans"/>
              </a:defRPr>
            </a:pPr>
            <a:r>
              <a:rPr sz="1350" b="0">
                <a:solidFill>
                  <a:srgbClr val="667782"/>
                </a:solidFill>
                <a:latin typeface="DejaVu Sans"/>
                <a:ea typeface="DejaVu Sans"/>
                <a:cs typeface="DejaVu Sans"/>
              </a:rPr>
              <a:t>Proposed phases · subject to resources, priorities and robot access</a:t>
            </a:r>
          </a:p>
        </p:txBody>
      </p:sp>
    </p:spTree>
    <p:extLst>
      <p:ext uri="{BB962C8B-B14F-4D97-AF65-F5344CB8AC3E}">
        <p14:creationId xmlns:p14="http://schemas.microsoft.com/office/powerpoint/2010/main" val="19579127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3F5084B-26F8-43B0-910D-98084A6DC687}"/>
              </a:ext>
            </a:extLst>
          </p:cNvPr>
          <p:cNvPicPr>
            <a:picLocks xmlns:a="http://schemas.openxmlformats.org/drawingml/2006/main" noChangeAspect="1"/>
          </p:cNvPicPr>
          <p:nvPr/>
        </p:nvPicPr>
        <p:blipFill>
          <a:blip xmlns:r="http://schemas.openxmlformats.org/officeDocument/2006/relationships" xmlns:a="http://schemas.openxmlformats.org/drawingml/2006/main" r:embed="R108fe9a6e9e24b00"/>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DCEB125-D507-4225-8274-F341457A3370}"/>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Roadmap · 2028–2029+ | Add adaptability, then scale</a:t>
            </a:r>
          </a:p>
        </p:txBody>
      </p:sp>
      <p:sp>
        <p:nvSpPr>
          <p:cNvPr id="3" name="">
            <a:extLst xmlns:a="http://schemas.openxmlformats.org/drawingml/2006/main">
              <a:ext uri="{FF2B5EF4-FFF2-40B4-BE49-F238E27FC236}">
                <a16:creationId xmlns:a16="http://schemas.microsoft.com/office/drawing/2014/main" id="{FE9CB588-5BCA-4F50-B20B-3D710D52147D}"/>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18</a:t>
            </a:r>
          </a:p>
        </p:txBody>
      </p:sp>
      <p:pic>
        <p:nvPicPr>
          <p:cNvPr id="4" name="">
            <a:extLst xmlns:a="http://schemas.openxmlformats.org/drawingml/2006/main">
              <a:ext uri="{FF2B5EF4-FFF2-40B4-BE49-F238E27FC236}">
                <a16:creationId xmlns:a16="http://schemas.microsoft.com/office/drawing/2014/main" id="{5AB16B14-813D-4301-A21F-45A7EF39D980}"/>
              </a:ext>
            </a:extLst>
          </p:cNvPr>
          <p:cNvPicPr>
            <a:picLocks xmlns:a="http://schemas.openxmlformats.org/drawingml/2006/main" noChangeAspect="1"/>
          </p:cNvPicPr>
          <p:nvPr/>
        </p:nvPicPr>
        <p:blipFill>
          <a:blip xmlns:r="http://schemas.openxmlformats.org/officeDocument/2006/relationships" xmlns:a="http://schemas.openxmlformats.org/drawingml/2006/main" r:embed="R881b829a9b0349e4"/>
          <a:srcRect xmlns:a="http://schemas.openxmlformats.org/drawingml/2006/main" l="0" t="17339" r="0" b="17339"/>
          <a:stretch xmlns:a="http://schemas.openxmlformats.org/drawingml/2006/main">
            <a:fillRect l="0" t="0" r="0" b="0"/>
          </a:stretch>
        </p:blipFill>
        <p:spPr>
          <a:xfrm xmlns:a="http://schemas.openxmlformats.org/drawingml/2006/main">
            <a:off x="609600" y="1685925"/>
            <a:ext cx="5314950" cy="23145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EF81481-66E4-4FB3-83C0-D1F1458EA372}"/>
              </a:ext>
            </a:extLst>
          </p:cNvPr>
          <p:cNvSpPr>
            <a:spLocks xmlns:a="http://schemas.openxmlformats.org/drawingml/2006/main" noGrp="1"/>
          </p:cNvSpPr>
          <p:nvPr/>
        </p:nvSpPr>
        <p:spPr>
          <a:xfrm xmlns:a="http://schemas.openxmlformats.org/drawingml/2006/main">
            <a:off x="609600" y="4238625"/>
            <a:ext cx="5343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98F91"/>
                </a:solidFill>
                <a:latin typeface="DejaVu Sans"/>
                <a:ea typeface="DejaVu Sans"/>
                <a:cs typeface="DejaVu Sans"/>
              </a:defRPr>
            </a:defPPr>
          </a:lstStyle>
          <a:p xmlns:a="http://schemas.openxmlformats.org/drawingml/2006/main">
            <a:pPr>
              <a:defRPr sz="2175" b="1">
                <a:solidFill>
                  <a:srgbClr val="398F91"/>
                </a:solidFill>
                <a:latin typeface="DejaVu Sans"/>
                <a:ea typeface="DejaVu Sans"/>
                <a:cs typeface="DejaVu Sans"/>
              </a:defRPr>
            </a:pPr>
            <a:r>
              <a:rPr sz="2175" b="1">
                <a:solidFill>
                  <a:srgbClr val="398F91"/>
                </a:solidFill>
                <a:latin typeface="DejaVu Sans"/>
                <a:ea typeface="DejaVu Sans"/>
                <a:cs typeface="DejaVu Sans"/>
              </a:rPr>
              <a:t>2028 · Adaptive execution</a:t>
            </a:r>
          </a:p>
        </p:txBody>
      </p:sp>
      <p:sp>
        <p:nvSpPr>
          <p:cNvPr id="6" name="">
            <a:extLst xmlns:a="http://schemas.openxmlformats.org/drawingml/2006/main">
              <a:ext uri="{FF2B5EF4-FFF2-40B4-BE49-F238E27FC236}">
                <a16:creationId xmlns:a16="http://schemas.microsoft.com/office/drawing/2014/main" id="{76CB8545-BF05-4FF7-B05B-5A6068F66CDB}"/>
              </a:ext>
            </a:extLst>
          </p:cNvPr>
          <p:cNvSpPr>
            <a:spLocks xmlns:a="http://schemas.openxmlformats.org/drawingml/2006/main" noGrp="1"/>
          </p:cNvSpPr>
          <p:nvPr/>
        </p:nvSpPr>
        <p:spPr>
          <a:xfrm xmlns:a="http://schemas.openxmlformats.org/drawingml/2006/main">
            <a:off x="609600" y="4829175"/>
            <a:ext cx="5276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Respond to changes in the part or process.</a:t>
            </a:r>
          </a:p>
        </p:txBody>
      </p:sp>
      <p:sp>
        <p:nvSpPr>
          <p:cNvPr id="7" name="">
            <a:extLst xmlns:a="http://schemas.openxmlformats.org/drawingml/2006/main">
              <a:ext uri="{FF2B5EF4-FFF2-40B4-BE49-F238E27FC236}">
                <a16:creationId xmlns:a16="http://schemas.microsoft.com/office/drawing/2014/main" id="{5709ABF5-662A-41E1-9395-FE3EAF82B9B6}"/>
              </a:ext>
            </a:extLst>
          </p:cNvPr>
          <p:cNvSpPr>
            <a:spLocks xmlns:a="http://schemas.openxmlformats.org/drawingml/2006/main" noGrp="1"/>
          </p:cNvSpPr>
          <p:nvPr/>
        </p:nvSpPr>
        <p:spPr>
          <a:xfrm xmlns:a="http://schemas.openxmlformats.org/drawingml/2006/main">
            <a:off x="609600" y="5562600"/>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398F91"/>
                </a:solidFill>
                <a:latin typeface="DejaVu Sans"/>
                <a:ea typeface="DejaVu Sans"/>
                <a:cs typeface="DejaVu Sans"/>
              </a:defRPr>
            </a:defPPr>
          </a:lstStyle>
          <a:p xmlns:a="http://schemas.openxmlformats.org/drawingml/2006/main">
            <a:pPr>
              <a:defRPr sz="1575" b="1">
                <a:solidFill>
                  <a:srgbClr val="398F91"/>
                </a:solidFill>
                <a:latin typeface="DejaVu Sans"/>
                <a:ea typeface="DejaVu Sans"/>
                <a:cs typeface="DejaVu Sans"/>
              </a:defRPr>
            </a:pPr>
            <a:r>
              <a:rPr sz="1575" b="1">
                <a:solidFill>
                  <a:srgbClr val="398F91"/>
                </a:solidFill>
                <a:latin typeface="DejaVu Sans"/>
                <a:ea typeface="DejaVu Sans"/>
                <a:cs typeface="DejaVu Sans"/>
              </a:rPr>
              <a:t>Gate: stable accuracy and recovery</a:t>
            </a:r>
          </a:p>
        </p:txBody>
      </p:sp>
      <p:pic>
        <p:nvPicPr>
          <p:cNvPr id="8" name="">
            <a:extLst xmlns:a="http://schemas.openxmlformats.org/drawingml/2006/main">
              <a:ext uri="{FF2B5EF4-FFF2-40B4-BE49-F238E27FC236}">
                <a16:creationId xmlns:a16="http://schemas.microsoft.com/office/drawing/2014/main" id="{5095EA5F-3CCC-42D4-AB41-55052AF5FF81}"/>
              </a:ext>
            </a:extLst>
          </p:cNvPr>
          <p:cNvPicPr>
            <a:picLocks xmlns:a="http://schemas.openxmlformats.org/drawingml/2006/main" noChangeAspect="1"/>
          </p:cNvPicPr>
          <p:nvPr/>
        </p:nvPicPr>
        <p:blipFill>
          <a:blip xmlns:r="http://schemas.openxmlformats.org/officeDocument/2006/relationships" xmlns:a="http://schemas.openxmlformats.org/drawingml/2006/main" r:embed="R51d4b9f11f774c64"/>
          <a:srcRect xmlns:a="http://schemas.openxmlformats.org/drawingml/2006/main" l="0" t="17339" r="0" b="17339"/>
          <a:stretch xmlns:a="http://schemas.openxmlformats.org/drawingml/2006/main">
            <a:fillRect l="0" t="0" r="0" b="0"/>
          </a:stretch>
        </p:blipFill>
        <p:spPr>
          <a:xfrm xmlns:a="http://schemas.openxmlformats.org/drawingml/2006/main">
            <a:off x="6229350" y="1685925"/>
            <a:ext cx="5314950" cy="23145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AACB7E7-1B97-4E01-96CB-EF4C838FE30E}"/>
              </a:ext>
            </a:extLst>
          </p:cNvPr>
          <p:cNvSpPr>
            <a:spLocks xmlns:a="http://schemas.openxmlformats.org/drawingml/2006/main" noGrp="1"/>
          </p:cNvSpPr>
          <p:nvPr/>
        </p:nvSpPr>
        <p:spPr>
          <a:xfrm xmlns:a="http://schemas.openxmlformats.org/drawingml/2006/main">
            <a:off x="6229350" y="4238625"/>
            <a:ext cx="53435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618AA7"/>
                </a:solidFill>
                <a:latin typeface="DejaVu Sans"/>
                <a:ea typeface="DejaVu Sans"/>
                <a:cs typeface="DejaVu Sans"/>
              </a:defRPr>
            </a:defPPr>
          </a:lstStyle>
          <a:p xmlns:a="http://schemas.openxmlformats.org/drawingml/2006/main">
            <a:pPr>
              <a:defRPr sz="2175" b="1">
                <a:solidFill>
                  <a:srgbClr val="618AA7"/>
                </a:solidFill>
                <a:latin typeface="DejaVu Sans"/>
                <a:ea typeface="DejaVu Sans"/>
                <a:cs typeface="DejaVu Sans"/>
              </a:defRPr>
            </a:pPr>
            <a:r>
              <a:rPr sz="2175" b="1">
                <a:solidFill>
                  <a:srgbClr val="618AA7"/>
                </a:solidFill>
                <a:latin typeface="DejaVu Sans"/>
                <a:ea typeface="DejaVu Sans"/>
                <a:cs typeface="DejaVu Sans"/>
              </a:rPr>
              <a:t>2029+ · Learn from variation</a:t>
            </a:r>
          </a:p>
        </p:txBody>
      </p:sp>
      <p:sp>
        <p:nvSpPr>
          <p:cNvPr id="10" name="">
            <a:extLst xmlns:a="http://schemas.openxmlformats.org/drawingml/2006/main">
              <a:ext uri="{FF2B5EF4-FFF2-40B4-BE49-F238E27FC236}">
                <a16:creationId xmlns:a16="http://schemas.microsoft.com/office/drawing/2014/main" id="{1A800280-BF0F-4EFB-A379-E5EAC4D9C715}"/>
              </a:ext>
            </a:extLst>
          </p:cNvPr>
          <p:cNvSpPr>
            <a:spLocks xmlns:a="http://schemas.openxmlformats.org/drawingml/2006/main" noGrp="1"/>
          </p:cNvSpPr>
          <p:nvPr/>
        </p:nvSpPr>
        <p:spPr>
          <a:xfrm xmlns:a="http://schemas.openxmlformats.org/drawingml/2006/main">
            <a:off x="6229350" y="4829175"/>
            <a:ext cx="5276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67782"/>
                </a:solidFill>
                <a:latin typeface="DejaVu Sans"/>
                <a:ea typeface="DejaVu Sans"/>
                <a:cs typeface="DejaVu Sans"/>
              </a:defRPr>
            </a:defPPr>
          </a:lstStyle>
          <a:p xmlns:a="http://schemas.openxmlformats.org/drawingml/2006/main">
            <a:pPr>
              <a:defRPr sz="1800" b="0">
                <a:solidFill>
                  <a:srgbClr val="667782"/>
                </a:solidFill>
                <a:latin typeface="DejaVu Sans"/>
                <a:ea typeface="DejaVu Sans"/>
                <a:cs typeface="DejaVu Sans"/>
              </a:defRPr>
            </a:pPr>
            <a:r>
              <a:rPr sz="1800" b="0">
                <a:solidFill>
                  <a:srgbClr val="667782"/>
                </a:solidFill>
                <a:latin typeface="DejaVu Sans"/>
                <a:ea typeface="DejaVu Sans"/>
                <a:cs typeface="DejaVu Sans"/>
              </a:rPr>
              <a:t>Explore flexible materials and unfamiliar shapes.</a:t>
            </a:r>
          </a:p>
        </p:txBody>
      </p:sp>
      <p:sp>
        <p:nvSpPr>
          <p:cNvPr id="11" name="">
            <a:extLst xmlns:a="http://schemas.openxmlformats.org/drawingml/2006/main">
              <a:ext uri="{FF2B5EF4-FFF2-40B4-BE49-F238E27FC236}">
                <a16:creationId xmlns:a16="http://schemas.microsoft.com/office/drawing/2014/main" id="{9B0C2575-9C1E-493A-A03F-56FC41CEFCB5}"/>
              </a:ext>
            </a:extLst>
          </p:cNvPr>
          <p:cNvSpPr>
            <a:spLocks xmlns:a="http://schemas.openxmlformats.org/drawingml/2006/main" noGrp="1"/>
          </p:cNvSpPr>
          <p:nvPr/>
        </p:nvSpPr>
        <p:spPr>
          <a:xfrm xmlns:a="http://schemas.openxmlformats.org/drawingml/2006/main">
            <a:off x="6229350" y="5562600"/>
            <a:ext cx="5276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618AA7"/>
                </a:solidFill>
                <a:latin typeface="DejaVu Sans"/>
                <a:ea typeface="DejaVu Sans"/>
                <a:cs typeface="DejaVu Sans"/>
              </a:defRPr>
            </a:defPPr>
          </a:lstStyle>
          <a:p xmlns:a="http://schemas.openxmlformats.org/drawingml/2006/main">
            <a:pPr>
              <a:defRPr sz="1575" b="1">
                <a:solidFill>
                  <a:srgbClr val="618AA7"/>
                </a:solidFill>
                <a:latin typeface="DejaVu Sans"/>
                <a:ea typeface="DejaVu Sans"/>
                <a:cs typeface="DejaVu Sans"/>
              </a:defRPr>
            </a:pPr>
            <a:r>
              <a:rPr sz="1575" b="1">
                <a:solidFill>
                  <a:srgbClr val="618AA7"/>
                </a:solidFill>
                <a:latin typeface="DejaVu Sans"/>
                <a:ea typeface="DejaVu Sans"/>
                <a:cs typeface="DejaVu Sans"/>
              </a:rPr>
              <a:t>Gate: repeatable value before wider use</a:t>
            </a:r>
          </a:p>
        </p:txBody>
      </p:sp>
    </p:spTree>
    <p:extLst>
      <p:ext uri="{BB962C8B-B14F-4D97-AF65-F5344CB8AC3E}">
        <p14:creationId xmlns:p14="http://schemas.microsoft.com/office/powerpoint/2010/main" val="12717908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48BCC1B-0248-4891-BAF1-EAC08C47FDD4}"/>
              </a:ext>
            </a:extLst>
          </p:cNvPr>
          <p:cNvPicPr>
            <a:picLocks xmlns:a="http://schemas.openxmlformats.org/drawingml/2006/main" noChangeAspect="1"/>
          </p:cNvPicPr>
          <p:nvPr/>
        </p:nvPicPr>
        <p:blipFill>
          <a:blip xmlns:r="http://schemas.openxmlformats.org/officeDocument/2006/relationships" xmlns:a="http://schemas.openxmlformats.org/drawingml/2006/main" r:embed="R42a2e56d90d84ed7"/>
          <a:srcRect xmlns:a="http://schemas.openxmlformats.org/drawingml/2006/main" l="0" t="27096" r="0" b="27096"/>
          <a:stretch xmlns:a="http://schemas.openxmlformats.org/drawingml/2006/main">
            <a:fillRect l="0" t="0" r="0" b="0"/>
          </a:stretch>
        </p:blipFill>
        <p:spPr>
          <a:xfrm xmlns:a="http://schemas.openxmlformats.org/drawingml/2006/main">
            <a:off x="0" y="3714750"/>
            <a:ext cx="12192000" cy="3143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8097D48-02B9-4E0D-8C6E-2946E48C9A72}"/>
              </a:ext>
            </a:extLst>
          </p:cNvPr>
          <p:cNvSpPr>
            <a:spLocks xmlns:a="http://schemas.openxmlformats.org/drawingml/2006/main" noGrp="1"/>
          </p:cNvSpPr>
          <p:nvPr/>
        </p:nvSpPr>
        <p:spPr>
          <a:xfrm xmlns:a="http://schemas.openxmlformats.org/drawingml/2006/main">
            <a:off x="609600" y="62865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63B48"/>
                </a:solidFill>
                <a:latin typeface="DejaVu Sans"/>
                <a:ea typeface="DejaVu Sans"/>
                <a:cs typeface="DejaVu Sans"/>
              </a:defRPr>
            </a:defPPr>
          </a:lstStyle>
          <a:p xmlns:a="http://schemas.openxmlformats.org/drawingml/2006/main">
            <a:pPr>
              <a:defRPr sz="2700" b="0">
                <a:solidFill>
                  <a:srgbClr val="263B48"/>
                </a:solidFill>
                <a:latin typeface="DejaVu Sans"/>
                <a:ea typeface="DejaVu Sans"/>
                <a:cs typeface="DejaVu Sans"/>
              </a:defRPr>
            </a:pPr>
            <a:r>
              <a:rPr sz="2700" b="0">
                <a:solidFill>
                  <a:srgbClr val="263B48"/>
                </a:solidFill>
                <a:latin typeface="DejaVu Sans"/>
                <a:ea typeface="DejaVu Sans"/>
                <a:cs typeface="DejaVu Sans"/>
              </a:rPr>
              <a:t>Building a lasting robotics capability</a:t>
            </a:r>
          </a:p>
        </p:txBody>
      </p:sp>
      <p:sp>
        <p:nvSpPr>
          <p:cNvPr id="3" name="">
            <a:extLst xmlns:a="http://schemas.openxmlformats.org/drawingml/2006/main">
              <a:ext uri="{FF2B5EF4-FFF2-40B4-BE49-F238E27FC236}">
                <a16:creationId xmlns:a16="http://schemas.microsoft.com/office/drawing/2014/main" id="{E4ED9987-7123-43EC-90F0-3EB335945B3E}"/>
              </a:ext>
            </a:extLst>
          </p:cNvPr>
          <p:cNvSpPr>
            <a:spLocks xmlns:a="http://schemas.openxmlformats.org/drawingml/2006/main" noGrp="1"/>
          </p:cNvSpPr>
          <p:nvPr/>
        </p:nvSpPr>
        <p:spPr>
          <a:xfrm xmlns:a="http://schemas.openxmlformats.org/drawingml/2006/main">
            <a:off x="11144250" y="6391275"/>
            <a:ext cx="43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667782"/>
                </a:solidFill>
                <a:latin typeface="DejaVu Sans"/>
                <a:ea typeface="DejaVu Sans"/>
                <a:cs typeface="DejaVu Sans"/>
              </a:defRPr>
            </a:defPPr>
          </a:lstStyle>
          <a:p xmlns:a="http://schemas.openxmlformats.org/drawingml/2006/main">
            <a:pPr>
              <a:defRPr sz="1050" b="0">
                <a:solidFill>
                  <a:srgbClr val="667782"/>
                </a:solidFill>
                <a:latin typeface="DejaVu Sans"/>
                <a:ea typeface="DejaVu Sans"/>
                <a:cs typeface="DejaVu Sans"/>
              </a:defRPr>
            </a:pPr>
            <a:r>
              <a:rPr sz="1050" b="0">
                <a:solidFill>
                  <a:srgbClr val="667782"/>
                </a:solidFill>
                <a:latin typeface="DejaVu Sans"/>
                <a:ea typeface="DejaVu Sans"/>
                <a:cs typeface="DejaVu Sans"/>
              </a:rPr>
              <a:t>19</a:t>
            </a:r>
          </a:p>
        </p:txBody>
      </p:sp>
      <p:sp>
        <p:nvSpPr>
          <p:cNvPr id="4" name="">
            <a:extLst xmlns:a="http://schemas.openxmlformats.org/drawingml/2006/main">
              <a:ext uri="{FF2B5EF4-FFF2-40B4-BE49-F238E27FC236}">
                <a16:creationId xmlns:a16="http://schemas.microsoft.com/office/drawing/2014/main" id="{D0BD8838-B781-4024-BA73-46719517D0D7}"/>
              </a:ext>
            </a:extLst>
          </p:cNvPr>
          <p:cNvSpPr>
            <a:spLocks xmlns:a="http://schemas.openxmlformats.org/drawingml/2006/main" noGrp="1"/>
          </p:cNvSpPr>
          <p:nvPr/>
        </p:nvSpPr>
        <p:spPr>
          <a:xfrm xmlns:a="http://schemas.openxmlformats.org/drawingml/2006/main">
            <a:off x="609600" y="1809750"/>
            <a:ext cx="95250" cy="904875"/>
          </a:xfrm>
          <a:prstGeom xmlns:a="http://schemas.openxmlformats.org/drawingml/2006/main" prst="rect">
            <a:avLst/>
          </a:prstGeom>
          <a:solidFill xmlns:a="http://schemas.openxmlformats.org/drawingml/2006/main">
            <a:srgbClr val="398F9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6C760B-7C18-4309-9430-4C7EC3E4BFA3}"/>
              </a:ext>
            </a:extLst>
          </p:cNvPr>
          <p:cNvSpPr>
            <a:spLocks xmlns:a="http://schemas.openxmlformats.org/drawingml/2006/main" noGrp="1"/>
          </p:cNvSpPr>
          <p:nvPr/>
        </p:nvSpPr>
        <p:spPr>
          <a:xfrm xmlns:a="http://schemas.openxmlformats.org/drawingml/2006/main">
            <a:off x="952500" y="18192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398F91"/>
                </a:solidFill>
                <a:latin typeface="DejaVu Sans"/>
                <a:ea typeface="DejaVu Sans"/>
                <a:cs typeface="DejaVu Sans"/>
              </a:defRPr>
            </a:defPPr>
          </a:lstStyle>
          <a:p xmlns:a="http://schemas.openxmlformats.org/drawingml/2006/main">
            <a:pPr>
              <a:defRPr sz="2325" b="1">
                <a:solidFill>
                  <a:srgbClr val="398F91"/>
                </a:solidFill>
                <a:latin typeface="DejaVu Sans"/>
                <a:ea typeface="DejaVu Sans"/>
                <a:cs typeface="DejaVu Sans"/>
              </a:defRPr>
            </a:pPr>
            <a:r>
              <a:rPr sz="2325" b="1">
                <a:solidFill>
                  <a:srgbClr val="398F91"/>
                </a:solidFill>
                <a:latin typeface="DejaVu Sans"/>
                <a:ea typeface="DejaVu Sans"/>
                <a:cs typeface="DejaVu Sans"/>
              </a:rPr>
              <a:t>Technical depth</a:t>
            </a:r>
          </a:p>
        </p:txBody>
      </p:sp>
      <p:sp>
        <p:nvSpPr>
          <p:cNvPr id="6" name="">
            <a:extLst xmlns:a="http://schemas.openxmlformats.org/drawingml/2006/main">
              <a:ext uri="{FF2B5EF4-FFF2-40B4-BE49-F238E27FC236}">
                <a16:creationId xmlns:a16="http://schemas.microsoft.com/office/drawing/2014/main" id="{42A34FAD-BC55-4B8F-BFD8-4298808662F7}"/>
              </a:ext>
            </a:extLst>
          </p:cNvPr>
          <p:cNvSpPr>
            <a:spLocks xmlns:a="http://schemas.openxmlformats.org/drawingml/2006/main" noGrp="1"/>
          </p:cNvSpPr>
          <p:nvPr/>
        </p:nvSpPr>
        <p:spPr>
          <a:xfrm xmlns:a="http://schemas.openxmlformats.org/drawingml/2006/main">
            <a:off x="4724400" y="18669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63B48"/>
                </a:solidFill>
                <a:latin typeface="DejaVu Sans"/>
                <a:ea typeface="DejaVu Sans"/>
                <a:cs typeface="DejaVu Sans"/>
              </a:defRPr>
            </a:defPPr>
          </a:lstStyle>
          <a:p xmlns:a="http://schemas.openxmlformats.org/drawingml/2006/main">
            <a:pPr>
              <a:defRPr sz="2100" b="0">
                <a:solidFill>
                  <a:srgbClr val="263B48"/>
                </a:solidFill>
                <a:latin typeface="DejaVu Sans"/>
                <a:ea typeface="DejaVu Sans"/>
                <a:cs typeface="DejaVu Sans"/>
              </a:defRPr>
            </a:pPr>
            <a:r>
              <a:rPr sz="2100" b="0">
                <a:solidFill>
                  <a:srgbClr val="263B48"/>
                </a:solidFill>
                <a:latin typeface="DejaVu Sans"/>
                <a:ea typeface="DejaVu Sans"/>
                <a:cs typeface="DejaVu Sans"/>
              </a:rPr>
              <a:t>Flight control → ADAS → robotics</a:t>
            </a:r>
          </a:p>
        </p:txBody>
      </p:sp>
      <p:sp>
        <p:nvSpPr>
          <p:cNvPr id="7" name="">
            <a:extLst xmlns:a="http://schemas.openxmlformats.org/drawingml/2006/main">
              <a:ext uri="{FF2B5EF4-FFF2-40B4-BE49-F238E27FC236}">
                <a16:creationId xmlns:a16="http://schemas.microsoft.com/office/drawing/2014/main" id="{E7A90A55-4545-4D16-AD73-18AD6DF1D6E0}"/>
              </a:ext>
            </a:extLst>
          </p:cNvPr>
          <p:cNvSpPr>
            <a:spLocks xmlns:a="http://schemas.openxmlformats.org/drawingml/2006/main" noGrp="1"/>
          </p:cNvSpPr>
          <p:nvPr/>
        </p:nvSpPr>
        <p:spPr>
          <a:xfrm xmlns:a="http://schemas.openxmlformats.org/drawingml/2006/main">
            <a:off x="609600" y="3095625"/>
            <a:ext cx="95250" cy="904875"/>
          </a:xfrm>
          <a:prstGeom xmlns:a="http://schemas.openxmlformats.org/drawingml/2006/main" prst="rect">
            <a:avLst/>
          </a:prstGeom>
          <a:solidFill xmlns:a="http://schemas.openxmlformats.org/drawingml/2006/main">
            <a:srgbClr val="618AA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2361C06-9E6A-49EB-835F-81D3EDA7B1E8}"/>
              </a:ext>
            </a:extLst>
          </p:cNvPr>
          <p:cNvSpPr>
            <a:spLocks xmlns:a="http://schemas.openxmlformats.org/drawingml/2006/main" noGrp="1"/>
          </p:cNvSpPr>
          <p:nvPr/>
        </p:nvSpPr>
        <p:spPr>
          <a:xfrm xmlns:a="http://schemas.openxmlformats.org/drawingml/2006/main">
            <a:off x="952500" y="31051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618AA7"/>
                </a:solidFill>
                <a:latin typeface="DejaVu Sans"/>
                <a:ea typeface="DejaVu Sans"/>
                <a:cs typeface="DejaVu Sans"/>
              </a:defRPr>
            </a:defPPr>
          </a:lstStyle>
          <a:p xmlns:a="http://schemas.openxmlformats.org/drawingml/2006/main">
            <a:pPr>
              <a:defRPr sz="2325" b="1">
                <a:solidFill>
                  <a:srgbClr val="618AA7"/>
                </a:solidFill>
                <a:latin typeface="DejaVu Sans"/>
                <a:ea typeface="DejaVu Sans"/>
                <a:cs typeface="DejaVu Sans"/>
              </a:defRPr>
            </a:pPr>
            <a:r>
              <a:rPr sz="2325" b="1">
                <a:solidFill>
                  <a:srgbClr val="618AA7"/>
                </a:solidFill>
                <a:latin typeface="DejaVu Sans"/>
                <a:ea typeface="DejaVu Sans"/>
                <a:cs typeface="DejaVu Sans"/>
              </a:rPr>
              <a:t>System perspective</a:t>
            </a:r>
          </a:p>
        </p:txBody>
      </p:sp>
      <p:sp>
        <p:nvSpPr>
          <p:cNvPr id="9" name="">
            <a:extLst xmlns:a="http://schemas.openxmlformats.org/drawingml/2006/main">
              <a:ext uri="{FF2B5EF4-FFF2-40B4-BE49-F238E27FC236}">
                <a16:creationId xmlns:a16="http://schemas.microsoft.com/office/drawing/2014/main" id="{BF7AC4E2-9F0B-4B9C-8DFF-E571A4453A5E}"/>
              </a:ext>
            </a:extLst>
          </p:cNvPr>
          <p:cNvSpPr>
            <a:spLocks xmlns:a="http://schemas.openxmlformats.org/drawingml/2006/main" noGrp="1"/>
          </p:cNvSpPr>
          <p:nvPr/>
        </p:nvSpPr>
        <p:spPr>
          <a:xfrm xmlns:a="http://schemas.openxmlformats.org/drawingml/2006/main">
            <a:off x="4724400" y="3152775"/>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63B48"/>
                </a:solidFill>
                <a:latin typeface="DejaVu Sans"/>
                <a:ea typeface="DejaVu Sans"/>
                <a:cs typeface="DejaVu Sans"/>
              </a:defRPr>
            </a:defPPr>
          </a:lstStyle>
          <a:p xmlns:a="http://schemas.openxmlformats.org/drawingml/2006/main">
            <a:pPr>
              <a:defRPr sz="2100" b="0">
                <a:solidFill>
                  <a:srgbClr val="263B48"/>
                </a:solidFill>
                <a:latin typeface="DejaVu Sans"/>
                <a:ea typeface="DejaVu Sans"/>
                <a:cs typeface="DejaVu Sans"/>
              </a:defRPr>
            </a:pPr>
            <a:r>
              <a:rPr sz="2100" b="0">
                <a:solidFill>
                  <a:srgbClr val="263B48"/>
                </a:solidFill>
                <a:latin typeface="DejaVu Sans"/>
                <a:ea typeface="DejaVu Sans"/>
                <a:cs typeface="DejaVu Sans"/>
              </a:rPr>
              <a:t>From planning to complete product delivery</a:t>
            </a:r>
          </a:p>
        </p:txBody>
      </p:sp>
      <p:sp>
        <p:nvSpPr>
          <p:cNvPr id="10" name="">
            <a:extLst xmlns:a="http://schemas.openxmlformats.org/drawingml/2006/main">
              <a:ext uri="{FF2B5EF4-FFF2-40B4-BE49-F238E27FC236}">
                <a16:creationId xmlns:a16="http://schemas.microsoft.com/office/drawing/2014/main" id="{F45F8CD5-1746-4105-ABA1-22A2EABC9A2B}"/>
              </a:ext>
            </a:extLst>
          </p:cNvPr>
          <p:cNvSpPr>
            <a:spLocks xmlns:a="http://schemas.openxmlformats.org/drawingml/2006/main" noGrp="1"/>
          </p:cNvSpPr>
          <p:nvPr/>
        </p:nvSpPr>
        <p:spPr>
          <a:xfrm xmlns:a="http://schemas.openxmlformats.org/drawingml/2006/main">
            <a:off x="609600" y="4381500"/>
            <a:ext cx="95250" cy="904875"/>
          </a:xfrm>
          <a:prstGeom xmlns:a="http://schemas.openxmlformats.org/drawingml/2006/main" prst="rect">
            <a:avLst/>
          </a:prstGeom>
          <a:solidFill xmlns:a="http://schemas.openxmlformats.org/drawingml/2006/main">
            <a:srgbClr val="C77D7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16A87C-CE8E-4740-BC64-661664AFC767}"/>
              </a:ext>
            </a:extLst>
          </p:cNvPr>
          <p:cNvSpPr>
            <a:spLocks xmlns:a="http://schemas.openxmlformats.org/drawingml/2006/main" noGrp="1"/>
          </p:cNvSpPr>
          <p:nvPr/>
        </p:nvSpPr>
        <p:spPr>
          <a:xfrm xmlns:a="http://schemas.openxmlformats.org/drawingml/2006/main">
            <a:off x="952500" y="43910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C77D70"/>
                </a:solidFill>
                <a:latin typeface="DejaVu Sans"/>
                <a:ea typeface="DejaVu Sans"/>
                <a:cs typeface="DejaVu Sans"/>
              </a:defRPr>
            </a:defPPr>
          </a:lstStyle>
          <a:p xmlns:a="http://schemas.openxmlformats.org/drawingml/2006/main">
            <a:pPr>
              <a:defRPr sz="2325" b="1">
                <a:solidFill>
                  <a:srgbClr val="C77D70"/>
                </a:solidFill>
                <a:latin typeface="DejaVu Sans"/>
                <a:ea typeface="DejaVu Sans"/>
                <a:cs typeface="DejaVu Sans"/>
              </a:defRPr>
            </a:pPr>
            <a:r>
              <a:rPr sz="2325" b="1">
                <a:solidFill>
                  <a:srgbClr val="C77D70"/>
                </a:solidFill>
                <a:latin typeface="DejaVu Sans"/>
                <a:ea typeface="DejaVu Sans"/>
                <a:cs typeface="DejaVu Sans"/>
              </a:rPr>
              <a:t>Shared capability</a:t>
            </a:r>
          </a:p>
        </p:txBody>
      </p:sp>
      <p:sp>
        <p:nvSpPr>
          <p:cNvPr id="12" name="">
            <a:extLst xmlns:a="http://schemas.openxmlformats.org/drawingml/2006/main">
              <a:ext uri="{FF2B5EF4-FFF2-40B4-BE49-F238E27FC236}">
                <a16:creationId xmlns:a16="http://schemas.microsoft.com/office/drawing/2014/main" id="{59EEC822-4048-41C0-ACE3-1B9E8666FF19}"/>
              </a:ext>
            </a:extLst>
          </p:cNvPr>
          <p:cNvSpPr>
            <a:spLocks xmlns:a="http://schemas.openxmlformats.org/drawingml/2006/main" noGrp="1"/>
          </p:cNvSpPr>
          <p:nvPr/>
        </p:nvSpPr>
        <p:spPr>
          <a:xfrm xmlns:a="http://schemas.openxmlformats.org/drawingml/2006/main">
            <a:off x="4724400" y="443865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63B48"/>
                </a:solidFill>
                <a:latin typeface="DejaVu Sans"/>
                <a:ea typeface="DejaVu Sans"/>
                <a:cs typeface="DejaVu Sans"/>
              </a:defRPr>
            </a:defPPr>
          </a:lstStyle>
          <a:p xmlns:a="http://schemas.openxmlformats.org/drawingml/2006/main">
            <a:pPr>
              <a:defRPr sz="2100" b="0">
                <a:solidFill>
                  <a:srgbClr val="263B48"/>
                </a:solidFill>
                <a:latin typeface="DejaVu Sans"/>
                <a:ea typeface="DejaVu Sans"/>
                <a:cs typeface="DejaVu Sans"/>
              </a:defRPr>
            </a:pPr>
            <a:r>
              <a:rPr sz="2100" b="0">
                <a:solidFill>
                  <a:srgbClr val="263B48"/>
                </a:solidFill>
                <a:latin typeface="DejaVu Sans"/>
                <a:ea typeface="DejaVu Sans"/>
                <a:cs typeface="DejaVu Sans"/>
              </a:rPr>
              <a:t>Methods, interfaces and knowledge that others can reuse</a:t>
            </a:r>
          </a:p>
        </p:txBody>
      </p:sp>
      <p:sp>
        <p:nvSpPr>
          <p:cNvPr id="13" name="">
            <a:extLst xmlns:a="http://schemas.openxmlformats.org/drawingml/2006/main">
              <a:ext uri="{FF2B5EF4-FFF2-40B4-BE49-F238E27FC236}">
                <a16:creationId xmlns:a16="http://schemas.microsoft.com/office/drawing/2014/main" id="{47F60837-6C75-40AB-B7D2-17F85836D5F6}"/>
              </a:ext>
            </a:extLst>
          </p:cNvPr>
          <p:cNvSpPr>
            <a:spLocks xmlns:a="http://schemas.openxmlformats.org/drawingml/2006/main" noGrp="1"/>
          </p:cNvSpPr>
          <p:nvPr/>
        </p:nvSpPr>
        <p:spPr>
          <a:xfrm xmlns:a="http://schemas.openxmlformats.org/drawingml/2006/main">
            <a:off x="609600" y="5915025"/>
            <a:ext cx="10477500" cy="19050"/>
          </a:xfrm>
          <a:prstGeom xmlns:a="http://schemas.openxmlformats.org/drawingml/2006/main" prst="rect">
            <a:avLst/>
          </a:prstGeom>
          <a:solidFill xmlns:a="http://schemas.openxmlformats.org/drawingml/2006/main">
            <a:srgbClr val="D4DFE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26CC214-A60A-435F-9E3F-F6957D955F52}"/>
              </a:ext>
            </a:extLst>
          </p:cNvPr>
          <p:cNvSpPr>
            <a:spLocks xmlns:a="http://schemas.openxmlformats.org/drawingml/2006/main" noGrp="1"/>
          </p:cNvSpPr>
          <p:nvPr/>
        </p:nvSpPr>
        <p:spPr>
          <a:xfrm xmlns:a="http://schemas.openxmlformats.org/drawingml/2006/main">
            <a:off x="609600" y="6086475"/>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98F91"/>
                </a:solidFill>
                <a:latin typeface="DejaVu Sans"/>
                <a:ea typeface="DejaVu Sans"/>
                <a:cs typeface="DejaVu Sans"/>
              </a:defRPr>
            </a:defPPr>
          </a:lstStyle>
          <a:p xmlns:a="http://schemas.openxmlformats.org/drawingml/2006/main">
            <a:pPr>
              <a:defRPr sz="1650" b="1">
                <a:solidFill>
                  <a:srgbClr val="398F91"/>
                </a:solidFill>
                <a:latin typeface="DejaVu Sans"/>
                <a:ea typeface="DejaVu Sans"/>
                <a:cs typeface="DejaVu Sans"/>
              </a:defRPr>
            </a:pPr>
            <a:r>
              <a:rPr sz="1650" b="1">
                <a:solidFill>
                  <a:srgbClr val="398F91"/>
                </a:solidFill>
                <a:latin typeface="DejaVu Sans"/>
                <a:ea typeface="DejaVu Sans"/>
                <a:cs typeface="DejaVu Sans"/>
              </a:rPr>
              <a:t>Less repeated preparation. Reliable motion. Reuse across manufacturing tasks.</a:t>
            </a:r>
          </a:p>
        </p:txBody>
      </p:sp>
    </p:spTree>
    <p:extLst>
      <p:ext uri="{BB962C8B-B14F-4D97-AF65-F5344CB8AC3E}">
        <p14:creationId xmlns:p14="http://schemas.microsoft.com/office/powerpoint/2010/main" val="15818024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2026-10-13T02:06:47.5220000Z</dcterms:created>
  <dcterms:modified xsi:type="dcterms:W3CDTF">2026-10-13T02:06:47.5220000Z</dcterms:modified>
</coreProperties>
</file>